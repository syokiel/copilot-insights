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4"/>
  </p:sldMasterIdLst>
  <p:notesMasterIdLst>
    <p:notesMasterId r:id="rId13"/>
  </p:notesMasterIdLst>
  <p:sldIdLst>
    <p:sldId id="277" r:id="rId5"/>
    <p:sldId id="279" r:id="rId6"/>
    <p:sldId id="438" r:id="rId7"/>
    <p:sldId id="417" r:id="rId8"/>
    <p:sldId id="418" r:id="rId9"/>
    <p:sldId id="435" r:id="rId10"/>
    <p:sldId id="436" r:id="rId11"/>
    <p:sldId id="43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F577DC2-1FB7-B64F-AF03-98EB90D5C3A6}">
          <p14:sldIdLst>
            <p14:sldId id="277"/>
            <p14:sldId id="279"/>
            <p14:sldId id="438"/>
          </p14:sldIdLst>
        </p14:section>
        <p14:section name="Reference Formatting" id="{A7A09A27-223C-FC4E-BF9C-34EAA05DBBD9}">
          <p14:sldIdLst>
            <p14:sldId id="417"/>
            <p14:sldId id="418"/>
            <p14:sldId id="435"/>
            <p14:sldId id="436"/>
            <p14:sldId id="4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orient="horz" pos="2544" userDrawn="1">
          <p15:clr>
            <a:srgbClr val="A4A3A4"/>
          </p15:clr>
        </p15:guide>
        <p15:guide id="3" orient="horz" pos="3888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evete, Danielle" initials="PD" lastIdx="1" clrIdx="0">
    <p:extLst>
      <p:ext uri="{19B8F6BF-5375-455C-9EA6-DF929625EA0E}">
        <p15:presenceInfo xmlns:p15="http://schemas.microsoft.com/office/powerpoint/2012/main" userId="S::danielle.prevete@landorandfitch.com::ea741048-338b-4cc5-acdc-1e3087087a08" providerId="AD"/>
      </p:ext>
    </p:extLst>
  </p:cmAuthor>
  <p:cmAuthor id="2" name="Grace Jung" initials="GJ" lastIdx="3" clrIdx="1">
    <p:extLst>
      <p:ext uri="{19B8F6BF-5375-455C-9EA6-DF929625EA0E}">
        <p15:presenceInfo xmlns:p15="http://schemas.microsoft.com/office/powerpoint/2012/main" userId="S::grace.jung@landorandfitch.com::97d4d1cb-889a-4aa0-8ca0-500bfccc135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2DC"/>
    <a:srgbClr val="29707A"/>
    <a:srgbClr val="DDEDEA"/>
    <a:srgbClr val="F2F2EE"/>
    <a:srgbClr val="F8F7F5"/>
    <a:srgbClr val="F8F7F6"/>
    <a:srgbClr val="F8F8F6"/>
    <a:srgbClr val="F8F9F6"/>
    <a:srgbClr val="F8FAF6"/>
    <a:srgbClr val="F8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575DF7-CB9D-46E9-A60A-498BDA2194D6}" v="1201" dt="2026-05-20T14:40:07.117"/>
    <p1510:client id="{E767CABE-9A1C-FBE3-0FA1-85C1F0E6AB94}" v="1" dt="2026-05-19T17:24:39.1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6"/>
    <p:restoredTop sz="94647"/>
  </p:normalViewPr>
  <p:slideViewPr>
    <p:cSldViewPr snapToGrid="0">
      <p:cViewPr varScale="1">
        <p:scale>
          <a:sx n="172" d="100"/>
          <a:sy n="172" d="100"/>
        </p:scale>
        <p:origin x="224" y="768"/>
      </p:cViewPr>
      <p:guideLst>
        <p:guide orient="horz" pos="1344"/>
        <p:guide orient="horz" pos="2544"/>
        <p:guide orient="horz" pos="38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WK Everett" panose="020B0204000000000000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WK Everett" panose="020B0204000000000000" pitchFamily="34" charset="77"/>
              </a:defRPr>
            </a:lvl1pPr>
          </a:lstStyle>
          <a:p>
            <a:fld id="{DED8EAC6-2D5B-D844-A615-EDB1D698BF23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WK Everett" panose="020B0204000000000000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WK Everett" panose="020B0204000000000000" pitchFamily="34" charset="77"/>
              </a:defRPr>
            </a:lvl1pPr>
          </a:lstStyle>
          <a:p>
            <a:fld id="{2BA7E1BB-25B4-574B-B089-309528012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74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WK Everett" panose="020B0204000000000000" pitchFamily="34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TWK Everett" panose="020B0204000000000000" pitchFamily="34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TWK Everett" panose="020B0204000000000000" pitchFamily="34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TWK Everett" panose="020B0204000000000000" pitchFamily="34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TWK Everett" panose="020B0204000000000000" pitchFamily="34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it matters, value it brings and business lens</a:t>
            </a:r>
            <a:endParaRPr dirty="0"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200" b="0" i="0" u="none" strike="noStrike" cap="none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7E1BB-25B4-574B-B089-309528012E5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27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B2B9D-6392-7335-B0DC-5DBCC56B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40148-5AF0-6CD6-A011-E97F231CB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ACA99-8AF0-BFF5-CA9A-34CA42A95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200" b="0" i="0" u="none" strike="noStrike" cap="none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10C24-59CB-C0FF-E294-4B8D0D1CA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7E1BB-25B4-574B-B089-309528012E5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039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52048-9E7B-BEBA-3024-8CE75F4B9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B022B-A006-3FE8-5F75-17D4057FE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83D25-595A-ADB0-675D-BCCD84AF1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200" b="0" i="0" u="none" strike="noStrike" cap="none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4BFBB-5D31-2271-49C3-AD8056FF8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7E1BB-25B4-574B-B089-309528012E5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762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1">
    <p:bg>
      <p:bgPr>
        <a:solidFill>
          <a:srgbClr val="FF46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7E210A-CC7B-864B-AC6F-C7E9E7BC7B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3657600"/>
            <a:ext cx="11734800" cy="26517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15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4A87DD-957F-6E4C-87FA-7402322BD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660AD13-7478-414E-8B91-22C3FCFEF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28" y="6366302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B98825AB-43C6-2848-BD92-EF1858E83C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6111BE-AF33-F17F-7343-3FE31A87B7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701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2">
    <p:bg>
      <p:bgPr>
        <a:solidFill>
          <a:srgbClr val="4CDD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7E210A-CC7B-864B-AC6F-C7E9E7BC7B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3657600"/>
            <a:ext cx="11734800" cy="26517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15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4A87DD-957F-6E4C-87FA-7402322BD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BA051F55-DD70-AD45-9776-3723F17DB8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1F1864E-4A1D-E640-AA2F-C5487E5EB3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28" y="6366302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B4651A-0925-B114-FB2E-6CCF5FF4F5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6" y="340490"/>
            <a:ext cx="1381538" cy="44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0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Spruc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7E210A-CC7B-864B-AC6F-C7E9E7BC7B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3657600"/>
            <a:ext cx="11734800" cy="26517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15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4A87DD-957F-6E4C-87FA-7402322BD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660AD13-7478-414E-8B91-22C3FCFEF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28" y="6366302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B98825AB-43C6-2848-BD92-EF1858E83C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BDA223-7F27-B55F-4AD9-8D8A11889E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57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Dark Ston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7E210A-CC7B-864B-AC6F-C7E9E7BC7B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3657600"/>
            <a:ext cx="11734800" cy="26517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15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4A87DD-957F-6E4C-87FA-7402322BD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660AD13-7478-414E-8B91-22C3FCFEF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28" y="6366302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B98825AB-43C6-2848-BD92-EF1858E83C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D9CAD2-C1FD-3B4E-21CD-1931B72622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93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Digital Dark Earth">
    <p:bg>
      <p:bgPr>
        <a:solidFill>
          <a:srgbClr val="565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7E210A-CC7B-864B-AC6F-C7E9E7BC7B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3657600"/>
            <a:ext cx="11734800" cy="26517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15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4A87DD-957F-6E4C-87FA-7402322BD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660AD13-7478-414E-8B91-22C3FCFEF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28" y="6366302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B98825AB-43C6-2848-BD92-EF1858E83C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C0A869-A51E-CDE1-3A73-388F0DE569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854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- cloud with red wide trelli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1596171"/>
            <a:ext cx="5862320" cy="25526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C974797-F8F6-2E47-988B-FF5AFC751F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80A485-3231-0F43-86FC-1F3036CE0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974" y="5151120"/>
            <a:ext cx="5638313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F1D9E4-49B9-FD59-E6A9-BC27828EB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3542B4-C227-E949-6966-AE4EBAB057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68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hort Title cloud with red slim trelli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1596171"/>
            <a:ext cx="5862320" cy="25526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C974797-F8F6-2E47-988B-FF5AFC751F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80A485-3231-0F43-86FC-1F3036CE0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974" y="5151120"/>
            <a:ext cx="5638313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EFC5E5-B593-5C6D-1C35-2216FEFAA8BF}"/>
              </a:ext>
            </a:extLst>
          </p:cNvPr>
          <p:cNvPicPr>
            <a:picLocks/>
          </p:cNvPicPr>
          <p:nvPr userDrawn="1"/>
        </p:nvPicPr>
        <p:blipFill>
          <a:blip r:embed="rId2"/>
          <a:srcRect t="148" b="148"/>
          <a:stretch/>
        </p:blipFill>
        <p:spPr>
          <a:xfrm>
            <a:off x="7972926" y="-9814"/>
            <a:ext cx="4227443" cy="68810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F7A825-5B74-B1AD-2102-445B1201DF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359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skye with red wide trelli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1A4964-738C-AD42-9CB9-A65FDF17C7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1596171"/>
            <a:ext cx="5638313" cy="25526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C974797-F8F6-2E47-988B-FF5AFC751F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8"/>
            <a:ext cx="2585720" cy="194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80A485-3231-0F43-86FC-1F3036CE0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975" y="5151120"/>
            <a:ext cx="5632426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2CD764-F5C9-301B-472F-474BE971AD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610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 Title Spruce with wide white trellis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1596171"/>
            <a:ext cx="5638313" cy="25526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FFFF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C974797-F8F6-2E47-988B-FF5AFC751F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8"/>
            <a:ext cx="2585720" cy="194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FFFFFF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80A485-3231-0F43-86FC-1F3036CE0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975" y="5151120"/>
            <a:ext cx="5632426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FFFFFF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4FDB74-DEEC-DD83-46E0-6C9EEB309AAE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6380" t="19" r="8770" b="19"/>
          <a:stretch/>
        </p:blipFill>
        <p:spPr>
          <a:xfrm>
            <a:off x="6137329" y="-6536"/>
            <a:ext cx="6054671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BD4B4D-933E-D47F-7991-BF4EA202C1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635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DBE5405-3D6A-F442-A23F-A693AC4EDF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F4C436-7344-EBF8-6E1E-2D174D52CA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76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88E2E725-27A3-A34B-A6E6-98D48C01FA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B7C301-88C1-0743-9D87-838520B45A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6" y="340490"/>
            <a:ext cx="1381538" cy="44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21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 Spruc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DBE5405-3D6A-F442-A23F-A693AC4EDF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9BB6ED-EA91-4C5B-2DCE-5C6E389B26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545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Dark Ston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DBE5405-3D6A-F442-A23F-A693AC4EDF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61BC26-D14B-8DC6-ECD1-9F20F58A82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8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Digital Dark Earth">
    <p:bg>
      <p:bgPr>
        <a:solidFill>
          <a:srgbClr val="565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DBE5405-3D6A-F442-A23F-A693AC4EDF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79A872-A173-1365-AAC9-2FB65E473D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15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4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4C9C7A7A-3C96-7149-AC61-D61B519D6F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EF5D07-2932-9186-25D4-708D246AD6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63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2A8E9CF1-CA51-BE4E-B6E5-6852DD5DE3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D6D46C-B407-6CC6-079F-76D1C8592E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3497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" y="3017520"/>
            <a:ext cx="5867400" cy="235991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0255C1A-8C98-3045-A04D-F9D8B00E1D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D05082-A58D-5758-184E-0DFCB93B42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82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red with white slim trell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" y="3017520"/>
            <a:ext cx="5867400" cy="235991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0255C1A-8C98-3045-A04D-F9D8B00E1D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DB9E84-3DFE-523C-0F24-B1DD29104650}"/>
              </a:ext>
            </a:extLst>
          </p:cNvPr>
          <p:cNvPicPr>
            <a:picLocks/>
          </p:cNvPicPr>
          <p:nvPr userDrawn="1"/>
        </p:nvPicPr>
        <p:blipFill>
          <a:blip r:embed="rId2"/>
          <a:srcRect t="33" b="33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FACDDF-0627-86B2-9AA5-025F9E9D53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469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3025140"/>
            <a:ext cx="5867400" cy="23621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CBD17F1-1E79-1B44-8A60-7E2CF4ABD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E26CD3-2748-548C-83B5-5E750B0E60CA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72" r="59620"/>
          <a:stretch/>
        </p:blipFill>
        <p:spPr>
          <a:xfrm>
            <a:off x="7223861" y="0"/>
            <a:ext cx="4968139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13CECB-106E-AAF6-E14A-3B4FAE22DF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2736" y="340490"/>
            <a:ext cx="1381538" cy="44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207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- Spruc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3025140"/>
            <a:ext cx="5867400" cy="23621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FFFF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CBD17F1-1E79-1B44-8A60-7E2CF4ABD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FFFFFF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8B1A74-0186-4F16-154F-C0CA099D8D40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52534" r="8274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916C62-D4F2-94EF-0013-DEF9F77B7B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503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Dark Ston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" y="3017520"/>
            <a:ext cx="5867400" cy="235991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0255C1A-8C98-3045-A04D-F9D8B00E1D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BA9267-A581-28E5-146C-BE83D8B2D3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602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cloud with red wide trelli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3025140"/>
            <a:ext cx="5867400" cy="23621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CBD17F1-1E79-1B44-8A60-7E2CF4ABD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C9780E-D2E6-D84D-BDF3-7806F934F2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C37961-8A30-48B5-418C-5C921E58AA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891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cloud with red slim trelli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3025140"/>
            <a:ext cx="5867400" cy="23621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CBD17F1-1E79-1B44-8A60-7E2CF4ABD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121BAE-A4D8-B505-11EE-0A79783EE8CE}"/>
              </a:ext>
            </a:extLst>
          </p:cNvPr>
          <p:cNvPicPr>
            <a:picLocks/>
          </p:cNvPicPr>
          <p:nvPr userDrawn="1"/>
        </p:nvPicPr>
        <p:blipFill>
          <a:blip r:embed="rId2"/>
          <a:srcRect t="148" b="148"/>
          <a:stretch/>
        </p:blipFill>
        <p:spPr>
          <a:xfrm>
            <a:off x="7972926" y="-9814"/>
            <a:ext cx="4227443" cy="68810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5214A1-F1E6-238A-8C4C-F61A8FDA2C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00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kye with red wide trellli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3025140"/>
            <a:ext cx="5867400" cy="23621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CBD17F1-1E79-1B44-8A60-7E2CF4ABD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C9780E-D2E6-D84D-BDF3-7806F934F2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9E4A34D-B31C-7499-8FAD-F613268F1D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9573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 Chapter Divider Warm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BA1A07-99D9-3B4B-A9A3-00AA4EB939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7B951C-B2F3-E94C-AC3A-13262C8321E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chemeClr val="bg1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C22C86-3B9C-2A46-B98A-63FC1E9FD9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DF43DD-879C-2862-D182-23BB916F4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136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 Chapter Divi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37EA74C-DA8D-E649-936D-35DAC3DD06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AD0ECB-B0E1-4EDB-A882-B948106DF00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B40DA44-98EC-4941-9A77-566EB2D21F3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CF8F17-D3E7-A38A-1731-86BA574147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601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 Chapter Divider Spruc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BA1A07-99D9-3B4B-A9A3-00AA4EB939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7B951C-B2F3-E94C-AC3A-13262C8321E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chemeClr val="bg1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C22C86-3B9C-2A46-B98A-63FC1E9FD9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95B199-FAB6-2E6F-A671-93DF3AD619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4599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 Chapter Divider Dark Ston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BA1A07-99D9-3B4B-A9A3-00AA4EB939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7B951C-B2F3-E94C-AC3A-13262C8321E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chemeClr val="bg1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C22C86-3B9C-2A46-B98A-63FC1E9FD9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7E0C61-5106-8E10-CCDD-9D7A8F4C76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288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Cloud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CC754FC-6B1F-0448-97FB-2208D732A01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6BAC55-8C3C-4599-8C59-20D13886590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rgbClr val="3D3C3C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1581BA-ADBF-4A98-9C93-3741A861646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088030-068E-0983-5097-3CDA0C277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5016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Blue">
    <p:bg>
      <p:bgPr>
        <a:solidFill>
          <a:srgbClr val="DD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1FB87-C14F-164F-AA85-F14D4AA343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BE8EF94-EB7B-AA48-95A2-30B1DAB6AC2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19885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CB874B7-E306-D146-93DB-034442038E2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19885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rgbClr val="FF462D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40EE3F-AFF8-B11E-4974-11B573EF7F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1908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Imag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23901EE6-A7CE-4A4F-862C-5742DA834FD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 AND SEND TO BACK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37EA74C-DA8D-E649-936D-35DAC3DD06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AD0ECB-B0E1-4EDB-A882-B948106DF00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chemeClr val="bg1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B40DA44-98EC-4941-9A77-566EB2D21F3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909E4A-C79A-8BF3-E73E-7F38D6005A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4501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arm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8A78571-3B6A-804A-9424-90782341222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BB170-C560-6D47-BE04-7215B1F1BEDE}"/>
              </a:ext>
            </a:extLst>
          </p:cNvPr>
          <p:cNvPicPr>
            <a:picLocks/>
          </p:cNvPicPr>
          <p:nvPr userDrawn="1"/>
        </p:nvPicPr>
        <p:blipFill>
          <a:blip r:embed="rId2"/>
          <a:srcRect l="30404" r="30404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1A4FD46-B420-6C42-AEF7-528F16D610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3827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pring Green">
    <p:bg>
      <p:bgPr>
        <a:solidFill>
          <a:srgbClr val="4CDD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318370-B4B9-460A-B95E-D130A6939B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8DFD8F-EF20-1F67-F7FC-11C0BF987F8C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198" r="18826"/>
          <a:stretch/>
        </p:blipFill>
        <p:spPr>
          <a:xfrm>
            <a:off x="7443995" y="0"/>
            <a:ext cx="4968139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70E6AA-15B9-9F94-7DF1-B554F9935E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458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pruc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733665-B5FA-4BFE-A8A0-860EAB727A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7C94A8-5005-5268-2AF8-F2AE71C69F4C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39988" r="20820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287DB1-0A3C-3279-F51E-84F912777A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6965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ark Ston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402DA3-C165-49D0-AFF1-BE1A3104A85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EC1E95-6239-53A3-732A-02A9068D0F4D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39988" r="20820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58FA21-D51B-D772-0838-48EE8650DB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3831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igital Dark Earth">
    <p:bg>
      <p:bgPr>
        <a:solidFill>
          <a:srgbClr val="565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318370-B4B9-460A-B95E-D130A6939B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31BFE6-FC6B-4852-1256-CA06F4A8B78C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52534" r="8274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F6B61B-801A-7540-5B03-3ABCE87DCF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007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pring Green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318370-B4B9-460A-B95E-D130A6939B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2D8CA5-4238-AD4E-87C0-C2F89894E1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F58A63-2047-9F53-21EB-7BD6469480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147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kye">
    <p:bg>
      <p:bgPr>
        <a:solidFill>
          <a:srgbClr val="E4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318370-B4B9-460A-B95E-D130A6939B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2D8CA5-4238-AD4E-87C0-C2F89894E1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4EE11F4-18B4-34E7-293D-2740372D0E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9040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2E15C3-C2A6-DC48-80F6-132467E90B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7449" y="1169900"/>
            <a:ext cx="1042290" cy="29719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351100-00A3-BB45-901F-81B0F8E8E0E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512849" y="1169899"/>
            <a:ext cx="7420028" cy="422253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noFill/>
                </a:ln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8451C69-4432-45D6-BB5C-72DFA0297B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339006"/>
            <a:ext cx="5410200" cy="393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7E52CC-0F2B-E272-F6FF-EC4EE74C0B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990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A5CDD57-D1A6-D140-B3A1-649C3BED6A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6250" y="1169900"/>
            <a:ext cx="1042290" cy="29719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solidFill>
                    <a:srgbClr val="3D3C3C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9B6D032-5AFE-C842-B1D6-D212C39ED60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514894" y="1169899"/>
            <a:ext cx="7420028" cy="422253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noFill/>
                </a:ln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337892B-8722-4084-BE4B-618522AA5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339006"/>
            <a:ext cx="5410200" cy="393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209021-D0EC-94C4-1D15-E51210D054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589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bg>
      <p:bgPr>
        <a:solidFill>
          <a:srgbClr val="DD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AEB9F49-EEFB-174B-A4D2-63CE4B73D3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6250" y="1169900"/>
            <a:ext cx="1042290" cy="29719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3606B28-53C4-C149-A5FD-DC39EC1569C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514894" y="1169899"/>
            <a:ext cx="7420028" cy="422253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noFill/>
                </a:ln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63CC257-99FA-4AE1-ADB7-A1565E4EDD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339006"/>
            <a:ext cx="5410200" cy="393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DD6FDF-D9B7-FDCE-CF9B-9A487AD1BC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0003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- Half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EA1C768-0E11-014B-9CDB-56E0BDD0C8C4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620000" y="0"/>
            <a:ext cx="45577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4BF465B-5495-3F48-8347-2AAEAF979E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7162" y="1528647"/>
            <a:ext cx="7019926" cy="3619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7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3D2F460-B831-3F4D-B439-F9CC8036D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30B31AA-5271-7F45-90C7-D043A42015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1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4" name="Text Placeholder 57">
            <a:extLst>
              <a:ext uri="{FF2B5EF4-FFF2-40B4-BE49-F238E27FC236}">
                <a16:creationId xmlns:a16="http://schemas.microsoft.com/office/drawing/2014/main" id="{2DD52D0F-13FB-4843-AAA6-1D8F14BAD6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8600" y="712673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A0A08F-55BB-41B4-2946-AF913B5B7A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9919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Full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EA1C768-0E11-014B-9CDB-56E0BDD0C8C4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0" y="-12192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 AND SEND TO BACK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1667CA7-79BC-5E48-BDE0-776E99AFF1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7162" y="1528647"/>
            <a:ext cx="5069782" cy="3619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7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639BBFD-7D67-0149-BBF4-BC38D780C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2075C5-8425-1984-C059-D79630B604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48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- Cloud - Vital K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4BF465B-5495-3F48-8347-2AAEAF979E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2590" y="153318"/>
            <a:ext cx="7019925" cy="46054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7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C577BF-4568-F048-96BF-528E254084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r="47580" b="47410"/>
          <a:stretch/>
        </p:blipFill>
        <p:spPr>
          <a:xfrm>
            <a:off x="7643813" y="354709"/>
            <a:ext cx="2264275" cy="307429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D3F953-AAA5-7545-AE20-48383DE98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97DB1B-FE1E-E448-9143-FC5C6346E9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944" t="37307"/>
          <a:stretch/>
        </p:blipFill>
        <p:spPr>
          <a:xfrm>
            <a:off x="9507255" y="2704605"/>
            <a:ext cx="2464580" cy="36648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474A35-724F-B158-82FE-093A8B84BE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7855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ment Spring Green - Vital 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3C1E6D-113A-9649-83C5-3795F2D118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7728" b="44362"/>
          <a:stretch/>
        </p:blipFill>
        <p:spPr>
          <a:xfrm>
            <a:off x="7648461" y="354710"/>
            <a:ext cx="2251002" cy="32425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157CC1-5343-204C-A4BE-4F94CF2C7D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347" t="42760"/>
          <a:stretch/>
        </p:blipFill>
        <p:spPr>
          <a:xfrm>
            <a:off x="9652958" y="3033687"/>
            <a:ext cx="2310441" cy="3335810"/>
          </a:xfrm>
          <a:prstGeom prst="rect">
            <a:avLst/>
          </a:prstGeo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3097A11-4D17-2E43-A878-096101EDF8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8057" y="151679"/>
            <a:ext cx="7019925" cy="46054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7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DDC77D9-FE3E-294B-A9F4-0AAD8E3DBB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B58BDD-A8C3-D19B-5415-225F0E31DF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2688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ment Spruce - Vital K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A1DCC84-DA1E-1F44-94A6-435D1A421E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3139" t="44975"/>
          <a:stretch/>
        </p:blipFill>
        <p:spPr>
          <a:xfrm>
            <a:off x="9515690" y="3161495"/>
            <a:ext cx="2456145" cy="32166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813B77-D11D-9F4C-B80E-BB2CEC44B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8095" b="46156"/>
          <a:stretch/>
        </p:blipFill>
        <p:spPr>
          <a:xfrm>
            <a:off x="7643813" y="354710"/>
            <a:ext cx="2242059" cy="3147616"/>
          </a:xfrm>
          <a:prstGeom prst="rect">
            <a:avLst/>
          </a:prstGeo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321FF5E-55C3-B24F-AE4E-C8C47F0B7A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2590" y="145569"/>
            <a:ext cx="7019925" cy="46054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7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4894447-9EDE-8844-9EA6-97492F983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93CDD1-9D4A-3A59-6005-8B955111DB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9307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ment - Warm Red -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D4395F-3F20-C24B-919A-8D414FBD263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096000" y="0"/>
            <a:ext cx="6096000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321FF5E-55C3-B24F-AE4E-C8C47F0B7A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1736" y="287072"/>
            <a:ext cx="5424477" cy="493193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4894447-9EDE-8844-9EA6-97492F983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967B83-B4A1-EAC4-81F9-10CC185DA1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78193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Bio &amp; Headsho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14206-8F94-F74F-9E18-B76A2B17131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76600" y="1714500"/>
            <a:ext cx="8343900" cy="2552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44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quote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138F432-5BED-3F4B-8ED4-8EEB958CBF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6600" y="4986748"/>
            <a:ext cx="2933698" cy="32861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Name Last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7A6693A-13CB-8F4A-906F-849570EEA7A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8600" y="1714499"/>
            <a:ext cx="2590800" cy="255270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2B41FB8-9A6B-504A-99EB-068E8A2DF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F34D7E2-E0D9-6E49-AB65-D1B0448849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4" name="Text Placeholder 57">
            <a:extLst>
              <a:ext uri="{FF2B5EF4-FFF2-40B4-BE49-F238E27FC236}">
                <a16:creationId xmlns:a16="http://schemas.microsoft.com/office/drawing/2014/main" id="{006231EF-8E10-424C-A594-67CA70BB17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9D4A78-BF3E-FE22-6CF0-9EB05EE2BE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0015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ody Text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EF6E0-637A-EC45-B311-C2F430F974E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28600" y="1321724"/>
            <a:ext cx="7011974" cy="4698076"/>
          </a:xfrm>
          <a:prstGeom prst="rect">
            <a:avLst/>
          </a:prstGeo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>
              <a:lnSpc>
                <a:spcPct val="100000"/>
              </a:lnSpc>
            </a:pPr>
            <a:r>
              <a:rPr lang="en-US"/>
              <a:t>Add body text here—Lorem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E56B890-508D-894E-9ED0-A18663506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4383610-D668-8544-B7D6-2F1AACA3E5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3125"/>
            <a:ext cx="73910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A0CA2C9B-4F75-0446-9529-6658799FB93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600" y="712673"/>
            <a:ext cx="7391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C3ACE9-3AC8-E944-3F51-CB51F0E5E4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0849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B9055CB-6CA5-2D49-B09E-1EA176EAB5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4040" y="1877234"/>
            <a:ext cx="8919959" cy="35198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rgbClr val="3D3C3C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2pPr>
            <a:lvl3pPr marL="914400" indent="0">
              <a:buNone/>
              <a:defRPr sz="14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3pPr>
            <a:lvl4pPr marL="1371600" indent="0">
              <a:buNone/>
              <a:defRPr sz="12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Add body text here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1E4B41-BB92-7648-895C-DEDFFB103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0" y="1547793"/>
            <a:ext cx="8915400" cy="2690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1" i="0" spc="0">
                <a:solidFill>
                  <a:srgbClr val="FF462D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  <a:endParaRPr lang="en-MX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F83831B-2B67-404C-B3E8-D5CB13190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062FC2-ABE4-C34F-8AFD-7A1011E7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6" name="Text Placeholder 57">
            <a:extLst>
              <a:ext uri="{FF2B5EF4-FFF2-40B4-BE49-F238E27FC236}">
                <a16:creationId xmlns:a16="http://schemas.microsoft.com/office/drawing/2014/main" id="{289E4EDC-BD74-4448-ADE2-7D000BA8CB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B562F7-EB7C-D492-782B-53D6ED0E86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5667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32EC71-5381-9148-8B96-169025544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8ABD51D-894D-544C-B7DD-8BE9E145D2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5542637F-F685-BC43-8125-94FB9084AD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73BBD54-FD2A-DC49-B88D-D4A899116E2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8600" y="1714500"/>
            <a:ext cx="5638800" cy="3467100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4AD8D1B-3F60-EC44-A487-7E5D890DA5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714500"/>
            <a:ext cx="5638800" cy="3467100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153ACC-0310-05A7-1195-61E4CA28BB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481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Col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7773A52-E036-5040-83AA-48A07139B21E}"/>
              </a:ext>
            </a:extLst>
          </p:cNvPr>
          <p:cNvSpPr/>
          <p:nvPr userDrawn="1"/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13C8B34-2353-FD4D-9E71-B8BBEDA31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9C24D1B-EF41-5446-89DF-2CEC95D00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5720788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9" name="Text Placeholder 57">
            <a:extLst>
              <a:ext uri="{FF2B5EF4-FFF2-40B4-BE49-F238E27FC236}">
                <a16:creationId xmlns:a16="http://schemas.microsoft.com/office/drawing/2014/main" id="{952D4BB9-D82E-9642-B6B5-59FB16BBDC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5721098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00C743D-E04D-CF43-AEE0-4638973879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8600" y="1528763"/>
            <a:ext cx="5638800" cy="3652837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6134537-B4C0-FC49-AA11-C6E48C51A6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528763"/>
            <a:ext cx="5638800" cy="3652837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042315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042315"/>
                </a:solidFill>
              </a:defRPr>
            </a:lvl2pPr>
            <a:lvl3pPr>
              <a:buFontTx/>
              <a:buNone/>
              <a:defRPr sz="1600">
                <a:solidFill>
                  <a:srgbClr val="042315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042315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0" name="Text Placeholder 57">
            <a:extLst>
              <a:ext uri="{FF2B5EF4-FFF2-40B4-BE49-F238E27FC236}">
                <a16:creationId xmlns:a16="http://schemas.microsoft.com/office/drawing/2014/main" id="{DA45B32F-A542-7546-9A2C-E0AC157A74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24601" y="712673"/>
            <a:ext cx="5721098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7E6CF-FAB7-F975-DCAC-C3FE04E92F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8455" y="290948"/>
            <a:ext cx="5756275" cy="304797"/>
          </a:xfrm>
        </p:spPr>
        <p:txBody>
          <a:bodyPr/>
          <a:lstStyle>
            <a:lvl1pPr marL="0" indent="0">
              <a:buFontTx/>
              <a:buNone/>
              <a:defRPr lang="en-US" sz="2400" b="0" i="0" kern="1200" dirty="0">
                <a:solidFill>
                  <a:srgbClr val="042315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356ADA-6897-95B3-C21A-E4E216C281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083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Col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7773A52-E036-5040-83AA-48A07139B21E}"/>
              </a:ext>
            </a:extLst>
          </p:cNvPr>
          <p:cNvSpPr/>
          <p:nvPr userDrawn="1"/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09A0609-1D06-D04F-8D52-4E39B9285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D36F16E-3725-F848-BDDF-7907B81F7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1" name="Text Placeholder 57">
            <a:extLst>
              <a:ext uri="{FF2B5EF4-FFF2-40B4-BE49-F238E27FC236}">
                <a16:creationId xmlns:a16="http://schemas.microsoft.com/office/drawing/2014/main" id="{96C633BB-2E79-974A-87F1-594562487D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33B21BD-65B1-BA47-A141-F8C12A42C73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8600" y="1528763"/>
            <a:ext cx="5638800" cy="3652837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8F5560B-4933-DB43-8C17-077668E24EF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528763"/>
            <a:ext cx="5638800" cy="3652837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1" name="Text Placeholder 57">
            <a:extLst>
              <a:ext uri="{FF2B5EF4-FFF2-40B4-BE49-F238E27FC236}">
                <a16:creationId xmlns:a16="http://schemas.microsoft.com/office/drawing/2014/main" id="{C39711F2-9070-F843-A056-A93C6BB0D3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24601" y="712673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5663B-43AB-DD96-F6E3-CF91231D1E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24600" y="293125"/>
            <a:ext cx="5638800" cy="254000"/>
          </a:xfrm>
        </p:spPr>
        <p:txBody>
          <a:bodyPr wrap="none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i="0" kern="1200" dirty="0">
                <a:solidFill>
                  <a:schemeClr val="accent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8542E3-AE84-313D-144A-6C57CDE66B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03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Col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7773A52-E036-5040-83AA-48A07139B21E}"/>
              </a:ext>
            </a:extLst>
          </p:cNvPr>
          <p:cNvSpPr/>
          <p:nvPr userDrawn="1"/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580B8D3-16CF-6342-A5DF-3306CF5EC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9CFCB20-60E1-4B4A-BF88-5B9612F4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37AC11C-34D5-1245-961A-397EAB59DFB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8600" y="1528763"/>
            <a:ext cx="5638800" cy="3652837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79627F6-2087-4E45-BE52-0BCE13073F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528763"/>
            <a:ext cx="5638800" cy="3652837"/>
          </a:xfrm>
        </p:spPr>
        <p:txBody>
          <a:bodyPr/>
          <a:lstStyle>
            <a:lvl1pPr marL="0" indent="0">
              <a:buClr>
                <a:schemeClr val="bg1"/>
              </a:buClr>
              <a:buFontTx/>
              <a:buNone/>
              <a:defRPr sz="1600">
                <a:solidFill>
                  <a:schemeClr val="bg1"/>
                </a:solidFill>
              </a:defRPr>
            </a:lvl1pPr>
            <a:lvl2pPr marL="288925" indent="0">
              <a:buClr>
                <a:schemeClr val="bg1"/>
              </a:buClr>
              <a:buFontTx/>
              <a:buNone/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FontTx/>
              <a:buNone/>
              <a:defRPr sz="1600">
                <a:solidFill>
                  <a:schemeClr val="bg1"/>
                </a:solidFill>
              </a:defRPr>
            </a:lvl3pPr>
            <a:lvl4pPr marL="741363" indent="0">
              <a:buClr>
                <a:schemeClr val="bg1"/>
              </a:buClr>
              <a:buFontTx/>
              <a:buNone/>
              <a:defRPr sz="1600">
                <a:solidFill>
                  <a:schemeClr val="bg1"/>
                </a:solidFill>
              </a:defRPr>
            </a:lvl4pPr>
            <a:lvl5pPr marL="1042987" indent="0">
              <a:buClr>
                <a:schemeClr val="bg1"/>
              </a:buClr>
              <a:buFontTx/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0F4F8-1ADA-C284-ED16-DC4C79226C5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24600" y="271464"/>
            <a:ext cx="5638800" cy="385763"/>
          </a:xfrm>
        </p:spPr>
        <p:txBody>
          <a:bodyPr/>
          <a:lstStyle>
            <a:lvl1pPr marL="0" indent="0">
              <a:buFontTx/>
              <a:buNone/>
              <a:defRPr lang="en-US" sz="2400" b="0" i="0" kern="1200" dirty="0">
                <a:solidFill>
                  <a:srgbClr val="FFFFFF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73E45C-1F74-66EA-E8BA-982D576317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6854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A460F7-C4DF-1649-A79C-B0036650A82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8600" y="4067939"/>
            <a:ext cx="4343164" cy="1951861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 marL="288925" indent="0">
              <a:buFontTx/>
              <a:buNone/>
              <a:defRPr sz="1600"/>
            </a:lvl2pPr>
            <a:lvl3pPr>
              <a:buFontTx/>
              <a:buNone/>
              <a:defRPr sz="1600"/>
            </a:lvl3pPr>
            <a:lvl4pPr marL="741363" indent="0">
              <a:buFontTx/>
              <a:buNone/>
              <a:defRPr sz="1600"/>
            </a:lvl4pPr>
            <a:lvl5pPr marL="1042987" indent="0">
              <a:buFontTx/>
              <a:buNone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73A52-E036-5040-83AA-48A07139B21E}"/>
              </a:ext>
            </a:extLst>
          </p:cNvPr>
          <p:cNvSpPr/>
          <p:nvPr userDrawn="1"/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3D3C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580B8D3-16CF-6342-A5DF-3306CF5EC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9CFCB20-60E1-4B4A-BF88-5B9612F4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1" name="Text Placeholder 57">
            <a:extLst>
              <a:ext uri="{FF2B5EF4-FFF2-40B4-BE49-F238E27FC236}">
                <a16:creationId xmlns:a16="http://schemas.microsoft.com/office/drawing/2014/main" id="{A058DD17-2E23-BC40-A026-8858F9BE565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79913-9831-2C46-96EF-35A1AAFB6AE5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620000" y="876300"/>
            <a:ext cx="3048000" cy="51435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chart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07A97B0-5987-F143-A781-7C143274D88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851418" y="5052128"/>
            <a:ext cx="1111981" cy="838200"/>
          </a:xfrm>
        </p:spPr>
        <p:txBody>
          <a:bodyPr/>
          <a:lstStyle>
            <a:lvl1pPr>
              <a:buClr>
                <a:schemeClr val="bg1"/>
              </a:buClr>
              <a:defRPr sz="10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0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0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0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3BD8E0E-AB41-0A43-BD41-1C5E50C4C07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851418" y="4121544"/>
            <a:ext cx="1111981" cy="838200"/>
          </a:xfrm>
        </p:spPr>
        <p:txBody>
          <a:bodyPr/>
          <a:lstStyle>
            <a:lvl1pPr marL="0" indent="0">
              <a:buNone/>
              <a:defRPr sz="4800">
                <a:ln>
                  <a:solidFill>
                    <a:schemeClr val="bg1"/>
                  </a:solidFill>
                </a:ln>
                <a:noFill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D28AA6-1797-DFEA-E93F-15D7C8AAF9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0247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C9F2814-2A42-8747-86C6-18C297A79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F32B6308-FC5C-7F40-92A6-CE736A7B7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35761AD7-5E66-4446-BAD2-3EC71AA2C75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1D09163-64E4-724E-BD9C-63AEC08EB9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8600" y="1714500"/>
            <a:ext cx="5638800" cy="3467100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181DA9B-DA3F-584E-A9F0-D45472FFF5A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714500"/>
            <a:ext cx="2590801" cy="3467100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7107E20-457F-884D-971B-B57AD13E53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367205" y="1714500"/>
            <a:ext cx="2590801" cy="3467100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5B93D1-27C5-3D23-276E-DD9D9A5FBE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1728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3156E150-B190-3242-B86B-86E5386A278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F348682-6A55-C64A-BC2C-2C6CBF7A8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1B9A1EF-98E6-D542-8F7E-64F6A1355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75790C25-05B8-484B-BC54-308B460F35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FF9C7AC-01C5-CE4C-9FA4-AFB13B116D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3993" y="1714500"/>
            <a:ext cx="2590801" cy="3467100"/>
          </a:xfrm>
        </p:spPr>
        <p:txBody>
          <a:bodyPr/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C464372-9BD0-7640-8704-53BEE62329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76600" y="1714500"/>
            <a:ext cx="2590800" cy="34671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71DDD4-33BF-F6FC-F522-E29F657811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3776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3156E150-B190-3242-B86B-86E5386A278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220165" y="1335033"/>
            <a:ext cx="5647235" cy="17145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F348682-6A55-C64A-BC2C-2C6CBF7A8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1B9A1EF-98E6-D542-8F7E-64F6A1355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75790C25-05B8-484B-BC54-308B460F35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FF9C7AC-01C5-CE4C-9FA4-AFB13B116D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3993" y="3234981"/>
            <a:ext cx="5633407" cy="1853076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 marL="288925" indent="0">
              <a:buFontTx/>
              <a:buNone/>
              <a:defRPr sz="1600"/>
            </a:lvl2pPr>
            <a:lvl3pPr>
              <a:buFontTx/>
              <a:buNone/>
              <a:defRPr sz="1600"/>
            </a:lvl3pPr>
            <a:lvl4pPr marL="741363" indent="0">
              <a:buFontTx/>
              <a:buNone/>
              <a:defRPr sz="1600"/>
            </a:lvl4pPr>
            <a:lvl5pPr marL="1042987" indent="0">
              <a:buFontTx/>
              <a:buNone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C464372-9BD0-7640-8704-53BEE62329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24599" y="3234981"/>
            <a:ext cx="5633407" cy="1853076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 marL="288925" indent="0">
              <a:buFontTx/>
              <a:buNone/>
              <a:defRPr sz="1600"/>
            </a:lvl2pPr>
            <a:lvl3pPr>
              <a:buFontTx/>
              <a:buNone/>
              <a:defRPr sz="1600"/>
            </a:lvl3pPr>
            <a:lvl4pPr marL="741363" indent="0">
              <a:buFontTx/>
              <a:buNone/>
              <a:defRPr sz="1600"/>
            </a:lvl4pPr>
            <a:lvl5pPr marL="1042987" indent="0">
              <a:buFontTx/>
              <a:buNone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B3291A2-618A-D34A-9F60-34F932C2116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337743" y="1335033"/>
            <a:ext cx="5647235" cy="17145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64F239B-FC19-6A44-81DB-18C9D7976C8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8600" y="5522967"/>
            <a:ext cx="11743235" cy="496833"/>
          </a:xfrm>
          <a:prstGeom prst="rect">
            <a:avLst/>
          </a:prstGeom>
          <a:solidFill>
            <a:srgbClr val="042315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143259-7705-1443-9A6F-DBEC48437FE7}"/>
              </a:ext>
            </a:extLst>
          </p:cNvPr>
          <p:cNvCxnSpPr/>
          <p:nvPr userDrawn="1"/>
        </p:nvCxnSpPr>
        <p:spPr>
          <a:xfrm>
            <a:off x="6096000" y="1238081"/>
            <a:ext cx="0" cy="4054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BD4D828-EECF-DC99-CBD7-0445B86A82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2658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2 ro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3156E150-B190-3242-B86B-86E5386A278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228600" y="1315983"/>
            <a:ext cx="2590800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F348682-6A55-C64A-BC2C-2C6CBF7A8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1B9A1EF-98E6-D542-8F7E-64F6A1355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75790C25-05B8-484B-BC54-308B460F35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FF9C7AC-01C5-CE4C-9FA4-AFB13B116D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8599" y="2435703"/>
            <a:ext cx="2590801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9DC01341-B0DA-2B4C-8FC1-7155C4FC0C6D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278955" y="1315983"/>
            <a:ext cx="2583396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4CD4AD7-AC38-1542-A051-1F97CBFCDCA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78954" y="2435703"/>
            <a:ext cx="2583397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C548CB3D-9B84-574E-885C-FE1F744C417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329651" y="1315983"/>
            <a:ext cx="2585749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B5EA021-0173-634F-911F-DF1E746534B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329651" y="2435703"/>
            <a:ext cx="2585750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F7943D42-7EE2-DA40-A1D9-F914DDD8C888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372258" y="1315983"/>
            <a:ext cx="2591142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617F172-2F05-B94E-AFAD-9E8E6F40C79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372257" y="2435703"/>
            <a:ext cx="2591143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8C751FB4-3F20-2440-92C9-11D2CD59D1AB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28600" y="3864974"/>
            <a:ext cx="2590800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AFA1B85-AF0B-F645-9CA3-C6128E1E72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8599" y="4984694"/>
            <a:ext cx="2590801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FFEE3A9A-63B7-D948-8DBF-2356457C28C5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3278955" y="3864974"/>
            <a:ext cx="2583396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DF2BD0E-BE39-5A4C-829F-A44F7C5CDFC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278954" y="4984694"/>
            <a:ext cx="2583397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469C8122-40A6-AC4F-B228-B46DF4AA496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6329651" y="3864974"/>
            <a:ext cx="2585749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9C07F3FD-607C-5645-B83E-9BA9ABD7D3D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29651" y="4984694"/>
            <a:ext cx="2585750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0" name="Picture Placeholder 7">
            <a:extLst>
              <a:ext uri="{FF2B5EF4-FFF2-40B4-BE49-F238E27FC236}">
                <a16:creationId xmlns:a16="http://schemas.microsoft.com/office/drawing/2014/main" id="{C55632ED-F088-FF49-851A-25B32D353EFC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372258" y="3864974"/>
            <a:ext cx="2591142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6C54EE8-524C-A143-B9F3-2572B4B443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372257" y="4984694"/>
            <a:ext cx="2591143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BE93C3-65B5-3B22-B33E-E56A439FDF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1131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3 Row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3156E150-B190-3242-B86B-86E5386A278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228600" y="1561995"/>
            <a:ext cx="912720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F348682-6A55-C64A-BC2C-2C6CBF7A8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1B9A1EF-98E6-D542-8F7E-64F6A1355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75790C25-05B8-484B-BC54-308B460F35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FF9C7AC-01C5-CE4C-9FA4-AFB13B116D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3472" y="1564581"/>
            <a:ext cx="2599236" cy="87371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9DC01341-B0DA-2B4C-8FC1-7155C4FC0C6D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572000" y="1562100"/>
            <a:ext cx="912720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4CD4AD7-AC38-1542-A051-1F97CBFCDCA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556872" y="1564686"/>
            <a:ext cx="2599236" cy="87371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8C751FB4-3F20-2440-92C9-11D2CD59D1AB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28600" y="3273909"/>
            <a:ext cx="912720" cy="8406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AFA1B85-AF0B-F645-9CA3-C6128E1E72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13472" y="3276496"/>
            <a:ext cx="2599236" cy="83820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FFEE3A9A-63B7-D948-8DBF-2356457C28C5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4572000" y="3274014"/>
            <a:ext cx="912720" cy="8406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DF2BD0E-BE39-5A4C-829F-A44F7C5CDFC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56872" y="3276601"/>
            <a:ext cx="2599236" cy="83820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0203FBC-FB8C-F94A-A317-F50AD9F7409B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228600" y="5029881"/>
            <a:ext cx="912720" cy="8406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C7D9D11-353D-9048-9564-37A684BF680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13472" y="5032468"/>
            <a:ext cx="2599236" cy="83820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B2EA5CB2-F295-E346-9340-B2E11080602C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572000" y="5029986"/>
            <a:ext cx="912720" cy="8406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765B797-6F7F-7345-80FA-1A94CA24E69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556872" y="5032573"/>
            <a:ext cx="2599236" cy="83820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27E44B-DA4B-AA9E-B671-2C7092C6BC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6653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mpariso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1E4B41-BB92-7648-895C-DEDFFB103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0" y="1386530"/>
            <a:ext cx="4343164" cy="538259"/>
          </a:xfrm>
          <a:prstGeom prst="rect">
            <a:avLst/>
          </a:prstGeom>
          <a:solidFill>
            <a:srgbClr val="FF462D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20A87D-75BD-0849-874F-766E1D7B28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20000" y="1386530"/>
            <a:ext cx="4343163" cy="538259"/>
          </a:xfrm>
          <a:prstGeom prst="rect">
            <a:avLst/>
          </a:prstGeom>
          <a:solidFill>
            <a:srgbClr val="3D3C3C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6FB95D9-514F-4248-8F2E-F0EA7D69F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27834FD-1748-9940-9248-BE341AABE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4" name="Text Placeholder 57">
            <a:extLst>
              <a:ext uri="{FF2B5EF4-FFF2-40B4-BE49-F238E27FC236}">
                <a16:creationId xmlns:a16="http://schemas.microsoft.com/office/drawing/2014/main" id="{0D81B1FA-9FB8-7F4F-985E-2DCB4E4A2B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78012-C8AC-8944-9C8F-566AE38AAA8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28600" y="2233612"/>
            <a:ext cx="4343400" cy="3786187"/>
          </a:xfrm>
        </p:spPr>
        <p:txBody>
          <a:bodyPr/>
          <a:lstStyle>
            <a:lvl1pPr>
              <a:defRPr>
                <a:solidFill>
                  <a:srgbClr val="3D3C3C"/>
                </a:solidFill>
              </a:defRPr>
            </a:lvl1pPr>
            <a:lvl2pPr>
              <a:defRPr>
                <a:solidFill>
                  <a:srgbClr val="3D3C3C"/>
                </a:solidFill>
              </a:defRPr>
            </a:lvl2pPr>
            <a:lvl3pPr marL="800100" indent="-285750">
              <a:defRPr lang="en-US" sz="14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>
                <a:solidFill>
                  <a:srgbClr val="3D3C3C"/>
                </a:solidFill>
              </a:defRPr>
            </a:lvl4pPr>
            <a:lvl5pPr>
              <a:defRPr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78F8ADB-2953-A64A-97B3-AB59AE4A7D2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32813" y="2233613"/>
            <a:ext cx="4330350" cy="3786186"/>
          </a:xfrm>
        </p:spPr>
        <p:txBody>
          <a:bodyPr/>
          <a:lstStyle>
            <a:lvl1pPr>
              <a:defRPr>
                <a:solidFill>
                  <a:srgbClr val="3D3C3C"/>
                </a:solidFill>
              </a:defRPr>
            </a:lvl1pPr>
            <a:lvl2pPr>
              <a:defRPr>
                <a:solidFill>
                  <a:srgbClr val="3D3C3C"/>
                </a:solidFill>
              </a:defRPr>
            </a:lvl2pPr>
            <a:lvl3pPr marL="742950" indent="-228600">
              <a:buFont typeface="Courier New" panose="02070309020205020404" pitchFamily="49" charset="0"/>
              <a:buChar char="o"/>
              <a:tabLst/>
              <a:defRPr>
                <a:solidFill>
                  <a:srgbClr val="3D3C3C"/>
                </a:solidFill>
              </a:defRPr>
            </a:lvl3pPr>
            <a:lvl4pPr>
              <a:defRPr>
                <a:solidFill>
                  <a:srgbClr val="3D3C3C"/>
                </a:solidFill>
              </a:defRPr>
            </a:lvl4pPr>
            <a:lvl5pPr>
              <a:defRPr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D096CDA-242D-D948-869B-FB5A126D191B}"/>
              </a:ext>
            </a:extLst>
          </p:cNvPr>
          <p:cNvSpPr/>
          <p:nvPr userDrawn="1"/>
        </p:nvSpPr>
        <p:spPr>
          <a:xfrm>
            <a:off x="5440545" y="1337404"/>
            <a:ext cx="1310910" cy="64932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4CDF63-41CD-4660-97A2-4CBC45EBCE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1394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1E4B41-BB92-7648-895C-DEDFFB103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0766" y="1214132"/>
            <a:ext cx="3045303" cy="866870"/>
          </a:xfrm>
          <a:prstGeom prst="rect">
            <a:avLst/>
          </a:prstGeom>
          <a:solidFill>
            <a:srgbClr val="FF462D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907C453-C89F-D54F-BE99-D59C25A87C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66599" y="1214132"/>
            <a:ext cx="3045303" cy="866870"/>
          </a:xfrm>
          <a:prstGeom prst="rect">
            <a:avLst/>
          </a:prstGeom>
          <a:solidFill>
            <a:srgbClr val="9E9287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20A87D-75BD-0849-874F-766E1D7B28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67839" y="1214132"/>
            <a:ext cx="3045303" cy="866870"/>
          </a:xfrm>
          <a:prstGeom prst="rect">
            <a:avLst/>
          </a:prstGeom>
          <a:solidFill>
            <a:srgbClr val="3D3C3C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6FB95D9-514F-4248-8F2E-F0EA7D69F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27834FD-1748-9940-9248-BE341AABE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4" name="Text Placeholder 57">
            <a:extLst>
              <a:ext uri="{FF2B5EF4-FFF2-40B4-BE49-F238E27FC236}">
                <a16:creationId xmlns:a16="http://schemas.microsoft.com/office/drawing/2014/main" id="{0D81B1FA-9FB8-7F4F-985E-2DCB4E4A2B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99A1D2F-33C9-CD40-984C-B95180E554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6159" y="2081003"/>
            <a:ext cx="3045304" cy="3100598"/>
          </a:xfrm>
          <a:solidFill>
            <a:srgbClr val="F2F1EE"/>
          </a:solidFill>
        </p:spPr>
        <p:txBody>
          <a:bodyPr lIns="91440" tIns="91440" rIns="91440" bIns="9144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9C195B17-BEAC-A04A-987B-6D8C69F7C7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66603" y="2081003"/>
            <a:ext cx="3045304" cy="3100598"/>
          </a:xfrm>
          <a:solidFill>
            <a:srgbClr val="F2F1EE"/>
          </a:solidFill>
        </p:spPr>
        <p:txBody>
          <a:bodyPr lIns="91440" tIns="91440" rIns="91440" bIns="9144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E5CE829-47CB-684E-8FA1-9EF59A28088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70537" y="2081003"/>
            <a:ext cx="3045304" cy="3100598"/>
          </a:xfrm>
          <a:solidFill>
            <a:srgbClr val="F2F1EE"/>
          </a:solidFill>
        </p:spPr>
        <p:txBody>
          <a:bodyPr lIns="91440" tIns="91440" rIns="91440" bIns="9144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F2351650-0AF5-7B41-8717-C63444B9D1E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0767" y="5530474"/>
            <a:ext cx="10642376" cy="489326"/>
          </a:xfrm>
          <a:prstGeom prst="rect">
            <a:avLst/>
          </a:prstGeom>
          <a:solidFill>
            <a:srgbClr val="042315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BDA29F-13DD-FA83-D84A-7D6C67A4FE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5732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1E4B41-BB92-7648-895C-DEDFFB103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82241" y="1714500"/>
            <a:ext cx="2593494" cy="876300"/>
          </a:xfrm>
          <a:prstGeom prst="rect">
            <a:avLst/>
          </a:prstGeom>
          <a:solidFill>
            <a:srgbClr val="FF462D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907C453-C89F-D54F-BE99-D59C25A87C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5630" y="1714500"/>
            <a:ext cx="2579770" cy="876300"/>
          </a:xfrm>
          <a:prstGeom prst="rect">
            <a:avLst/>
          </a:prstGeom>
          <a:solidFill>
            <a:srgbClr val="9E9287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20A87D-75BD-0849-874F-766E1D7B28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75295" y="1714500"/>
            <a:ext cx="2593841" cy="876300"/>
          </a:xfrm>
          <a:prstGeom prst="rect">
            <a:avLst/>
          </a:prstGeom>
          <a:solidFill>
            <a:srgbClr val="3D3C3C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6FB95D9-514F-4248-8F2E-F0EA7D69F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27834FD-1748-9940-9248-BE341AABE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4" name="Text Placeholder 57">
            <a:extLst>
              <a:ext uri="{FF2B5EF4-FFF2-40B4-BE49-F238E27FC236}">
                <a16:creationId xmlns:a16="http://schemas.microsoft.com/office/drawing/2014/main" id="{0D81B1FA-9FB8-7F4F-985E-2DCB4E4A2B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8600" y="712673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99A1D2F-33C9-CD40-984C-B95180E554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87634" y="2715236"/>
            <a:ext cx="2579766" cy="3304564"/>
          </a:xfrm>
          <a:noFill/>
        </p:spPr>
        <p:txBody>
          <a:bodyPr lIns="0" tIns="0" rIns="0" bIns="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9C195B17-BEAC-A04A-987B-6D8C69F7C7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5633" y="2715236"/>
            <a:ext cx="2574127" cy="3304564"/>
          </a:xfrm>
          <a:noFill/>
        </p:spPr>
        <p:txBody>
          <a:bodyPr lIns="0" tIns="0" rIns="0" bIns="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E5CE829-47CB-684E-8FA1-9EF59A28088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77993" y="2715236"/>
            <a:ext cx="2593842" cy="3304564"/>
          </a:xfrm>
          <a:noFill/>
        </p:spPr>
        <p:txBody>
          <a:bodyPr lIns="0" tIns="0" rIns="0" bIns="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CCFC44E-C6B5-0540-A29E-F342F4B86B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39631" y="1714500"/>
            <a:ext cx="2579770" cy="4305300"/>
          </a:xfrm>
          <a:noFill/>
        </p:spPr>
        <p:txBody>
          <a:bodyPr lIns="0" tIns="0" rIns="0" bIns="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856A51-DFB9-5D90-2908-BFFFF3969A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5074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1E4B41-BB92-7648-895C-DEDFFB103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1" y="1547954"/>
            <a:ext cx="2590800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rgbClr val="FF462D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 here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907C453-C89F-D54F-BE99-D59C25A87C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76597" y="1547954"/>
            <a:ext cx="2590800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rgbClr val="FF462D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20A87D-75BD-0849-874F-766E1D7B28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547954"/>
            <a:ext cx="2590800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rgbClr val="FF462D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 here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35B1A441-818E-2042-B9D2-1725279087F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2601" y="1547954"/>
            <a:ext cx="2590800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rgbClr val="FF462D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6FB95D9-514F-4248-8F2E-F0EA7D69F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27834FD-1748-9940-9248-BE341AABE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4" name="Text Placeholder 57">
            <a:extLst>
              <a:ext uri="{FF2B5EF4-FFF2-40B4-BE49-F238E27FC236}">
                <a16:creationId xmlns:a16="http://schemas.microsoft.com/office/drawing/2014/main" id="{0D81B1FA-9FB8-7F4F-985E-2DCB4E4A2B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99A1D2F-33C9-CD40-984C-B95180E554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3993" y="1933365"/>
            <a:ext cx="2590801" cy="324823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9C195B17-BEAC-A04A-987B-6D8C69F7C7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76600" y="1933365"/>
            <a:ext cx="2590801" cy="324823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E5CE829-47CB-684E-8FA1-9EF59A28088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27296" y="1933365"/>
            <a:ext cx="2590801" cy="324823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2440BF4-40CE-3A4D-91C2-BCCF11E0F88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69903" y="1933365"/>
            <a:ext cx="2590801" cy="324823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14BF51-86A8-6DA9-6102-54E404302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71962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section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CCFAC936-D591-9543-BA96-1E3C3173F9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1557103"/>
            <a:ext cx="2590800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6FEF210-22BD-C34B-8F6C-AE26E7B82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3893" y="1542911"/>
            <a:ext cx="2592391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19009CE-AFDE-EE4A-A955-7307350C76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72599" y="1549321"/>
            <a:ext cx="2592391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F74593B-DD8B-A549-B7F6-CA6CE7B4CA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0709" y="1542911"/>
            <a:ext cx="2592391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AC9B3920-F627-8D4A-8EC7-F7F15F5934F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28600" y="3719237"/>
            <a:ext cx="2590800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BDB30F7E-C25C-F643-8457-966A4E9EA4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3893" y="3705045"/>
            <a:ext cx="2592391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7C39C1A6-7460-C14B-83D4-33C9C6C4BE9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72599" y="3711455"/>
            <a:ext cx="2592391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6" name="Text Placeholder 13">
            <a:extLst>
              <a:ext uri="{FF2B5EF4-FFF2-40B4-BE49-F238E27FC236}">
                <a16:creationId xmlns:a16="http://schemas.microsoft.com/office/drawing/2014/main" id="{C34D65A6-934C-D74C-BB66-6AF877EEE44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320709" y="3705045"/>
            <a:ext cx="2592391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DEA0471-411E-9E4D-9433-E993E317E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F5D09593-59D3-F446-AE5D-E987B7AF61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1" name="Text Placeholder 57">
            <a:extLst>
              <a:ext uri="{FF2B5EF4-FFF2-40B4-BE49-F238E27FC236}">
                <a16:creationId xmlns:a16="http://schemas.microsoft.com/office/drawing/2014/main" id="{4F529D1E-5228-F047-BF88-AAC5A30A85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EB7D0-7AE4-AA48-93F7-193A1229D2F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8600" y="1898033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BCB215A-5B20-0743-94E0-557154D24C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87390" y="1898033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A6D80D71-9424-2F44-B162-5999A7873AA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29995" y="1898033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4CC2B804-C5D8-5A48-81B7-5713C7B60E2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80692" y="1898033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4DF379A3-1D0F-1E45-8702-288974609B7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4050515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9D971439-FB54-6C49-B07B-45920EDEFC8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4050515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8342C412-BD69-3649-A5ED-2A84EE7FAB3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29995" y="4050515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A6C4C6A1-C28C-3C49-87BE-83DCC38A488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380692" y="4050515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165E73-1FF9-1042-6DE7-30EB48CDED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61502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CCFAC936-D591-9543-BA96-1E3C3173F9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0598" y="1557103"/>
            <a:ext cx="3032115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6FEF210-22BD-C34B-8F6C-AE26E7B82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3401" y="1542911"/>
            <a:ext cx="3049872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F74593B-DD8B-A549-B7F6-CA6CE7B4CA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30608" y="5015406"/>
            <a:ext cx="3033977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AC9B3920-F627-8D4A-8EC7-F7F15F5934F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30598" y="3274175"/>
            <a:ext cx="3032115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BDB30F7E-C25C-F643-8457-966A4E9EA4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13401" y="3259983"/>
            <a:ext cx="3049872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6" name="Text Placeholder 13">
            <a:extLst>
              <a:ext uri="{FF2B5EF4-FFF2-40B4-BE49-F238E27FC236}">
                <a16:creationId xmlns:a16="http://schemas.microsoft.com/office/drawing/2014/main" id="{C34D65A6-934C-D74C-BB66-6AF877EEE44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613401" y="5015406"/>
            <a:ext cx="3049872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DEA0471-411E-9E4D-9433-E993E317E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F5D09593-59D3-F446-AE5D-E987B7AF61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1" name="Text Placeholder 57">
            <a:extLst>
              <a:ext uri="{FF2B5EF4-FFF2-40B4-BE49-F238E27FC236}">
                <a16:creationId xmlns:a16="http://schemas.microsoft.com/office/drawing/2014/main" id="{4F529D1E-5228-F047-BF88-AAC5A30A85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EB7D0-7AE4-AA48-93F7-193A1229D2F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530598" y="1898033"/>
            <a:ext cx="3032115" cy="113108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BCB215A-5B20-0743-94E0-557154D24C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13401" y="1898033"/>
            <a:ext cx="3048000" cy="113108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 smtClean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A6D80D71-9424-2F44-B162-5999A7873AA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30598" y="5370528"/>
            <a:ext cx="3032115" cy="1154224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4DF379A3-1D0F-1E45-8702-288974609B7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530598" y="3605453"/>
            <a:ext cx="3032115" cy="113108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9D971439-FB54-6C49-B07B-45920EDEFC8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13401" y="3605453"/>
            <a:ext cx="3048000" cy="113108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8342C412-BD69-3649-A5ED-2A84EE7FAB3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613401" y="5360876"/>
            <a:ext cx="3048000" cy="1154224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0038B1A7-E95E-3C4D-8B65-1DC93655092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63349" y="1530058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D7FBA33F-457B-9A44-B7DB-E88B05396B3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3349" y="3261753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ACCA0E-54DF-5545-8611-264EC0B9B27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63349" y="5001541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4DB0FA13-C54A-684F-944E-EAE89AF852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856651" y="1530058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2A9471F6-7209-B74C-93EE-ADE8EE5C3E2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856651" y="3261753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D290A8D4-25E0-2A4A-A5BB-4F9AC29D1EC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856651" y="5001541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C6DCCC-2A5B-22F8-0854-2D0E48D7E4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0208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 List Spring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D48C5E5-34ED-B246-8FE3-9A0EB5DFCD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4207"/>
            <a:ext cx="5409901" cy="19839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3EEF68C-1B1A-8646-8CCC-05086C107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CCE7C15-0676-9343-AA28-66396C7379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17"/>
            <a:ext cx="5404508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5" name="Text Placeholder 57">
            <a:extLst>
              <a:ext uri="{FF2B5EF4-FFF2-40B4-BE49-F238E27FC236}">
                <a16:creationId xmlns:a16="http://schemas.microsoft.com/office/drawing/2014/main" id="{542C4BC2-AF38-2F4B-B584-42E2EC3A8B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8600" y="712673"/>
            <a:ext cx="54048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BD0F517-AEAE-094F-9FEF-07077F56923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3993" y="3621085"/>
            <a:ext cx="5404508" cy="2398715"/>
          </a:xfrm>
        </p:spPr>
        <p:txBody>
          <a:bodyPr/>
          <a:lstStyle>
            <a:lvl1pPr>
              <a:defRPr sz="1600">
                <a:solidFill>
                  <a:srgbClr val="042315"/>
                </a:solidFill>
              </a:defRPr>
            </a:lvl1pPr>
            <a:lvl2pPr>
              <a:defRPr sz="1600">
                <a:solidFill>
                  <a:srgbClr val="042315"/>
                </a:solidFill>
              </a:defRPr>
            </a:lvl2pPr>
            <a:lvl3pPr marL="742950" indent="-228600">
              <a:buFont typeface="Courier New" panose="02070309020205020404" pitchFamily="49" charset="0"/>
              <a:buChar char="o"/>
              <a:tabLst/>
              <a:defRPr sz="1600">
                <a:solidFill>
                  <a:srgbClr val="042315"/>
                </a:solidFill>
              </a:defRPr>
            </a:lvl3pPr>
            <a:lvl4pPr>
              <a:defRPr sz="1600">
                <a:solidFill>
                  <a:srgbClr val="042315"/>
                </a:solidFill>
              </a:defRPr>
            </a:lvl4pPr>
            <a:lvl5pPr>
              <a:defRPr sz="16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E12E93-42FE-600C-3009-D7504C6A27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24789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470976-FFAD-FF4D-88C0-372D1E35504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506526"/>
            <a:ext cx="4563627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516F41D2-B2DC-6149-9C04-C0436A0B5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655115"/>
            <a:ext cx="5410200" cy="35264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0AAAA15-AAFD-3441-81B3-29C7FC7F8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3E462E2-8F77-744A-9EA3-B06C21622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8" name="Text Placeholder 57">
            <a:extLst>
              <a:ext uri="{FF2B5EF4-FFF2-40B4-BE49-F238E27FC236}">
                <a16:creationId xmlns:a16="http://schemas.microsoft.com/office/drawing/2014/main" id="{5CB77C58-1442-CD4F-B09A-E4C3C0A4BF3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0323FFB-0571-EE48-AB6D-FD97A544B1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1683598"/>
            <a:ext cx="5867400" cy="3498002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742950" indent="-228600">
              <a:buFont typeface="Courier New" panose="02070309020205020404" pitchFamily="49" charset="0"/>
              <a:buChar char="o"/>
              <a:tabLst/>
              <a:defRPr sz="1600">
                <a:solidFill>
                  <a:srgbClr val="3D3C3C"/>
                </a:solidFill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8DB5FA-520B-76C3-F962-B67586118A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83922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3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BF4555-FDB8-1741-8569-DDC432C60EC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228600" y="342900"/>
            <a:ext cx="5638800" cy="339090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809A16B-1C7C-2047-87C8-57441110C2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4103402"/>
            <a:ext cx="5638800" cy="13829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96910279-9442-8E4A-A6CD-DB04454EB18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324600" y="342900"/>
            <a:ext cx="2590800" cy="339090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F60A5AE-250D-4E49-B021-1C521BCDC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B66687D-5BC4-3E4E-A68A-2BDE83E23A85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367205" y="342900"/>
            <a:ext cx="2590800" cy="339090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521467-5A4D-DC4C-8410-4F4BA6EC8F2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29995" y="4103402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BCD9262-AFB5-7745-9C49-6EED75D3C68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380692" y="4103402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334840-2F42-35CA-6F2D-7165B8921A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82828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A4E6BBF2-7781-E343-B49D-D33BA3D3968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96000" y="0"/>
            <a:ext cx="6098650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A3519CA-86F6-E148-960A-96BA7CBB5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BBF34B6-3693-EF41-9961-F50D8ABFD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8" name="Text Placeholder 57">
            <a:extLst>
              <a:ext uri="{FF2B5EF4-FFF2-40B4-BE49-F238E27FC236}">
                <a16:creationId xmlns:a16="http://schemas.microsoft.com/office/drawing/2014/main" id="{077D9E05-0750-E841-960C-4644D2EF08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77FBE84-FF3D-CA4E-A263-492C77082F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8600" y="1522864"/>
            <a:ext cx="5638800" cy="3658735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754063" indent="-239713">
              <a:buFont typeface="Courier New" panose="02070309020205020404" pitchFamily="49" charset="0"/>
              <a:buChar char="o"/>
              <a:tabLst/>
              <a:defRPr sz="1600">
                <a:solidFill>
                  <a:srgbClr val="3D3C3C"/>
                </a:solidFill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E2AC77-1937-766D-306F-7FAEBCE325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3577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olumn 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A4E6BBF2-7781-E343-B49D-D33BA3D3968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96000" y="0"/>
            <a:ext cx="6098650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A3519CA-86F6-E148-960A-96BA7CBB5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BBF34B6-3693-EF41-9961-F50D8ABFD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8" name="Text Placeholder 57">
            <a:extLst>
              <a:ext uri="{FF2B5EF4-FFF2-40B4-BE49-F238E27FC236}">
                <a16:creationId xmlns:a16="http://schemas.microsoft.com/office/drawing/2014/main" id="{077D9E05-0750-E841-960C-4644D2EF08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77FBE84-FF3D-CA4E-A263-492C77082F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8600" y="1522864"/>
            <a:ext cx="2590800" cy="3658735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754063" indent="-239713">
              <a:buFont typeface="Courier New" panose="02070309020205020404" pitchFamily="49" charset="0"/>
              <a:buChar char="o"/>
              <a:tabLst/>
              <a:defRPr sz="1600">
                <a:solidFill>
                  <a:srgbClr val="3D3C3C"/>
                </a:solidFill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5B3D50F-8A60-FE4D-B79F-87494D7256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76600" y="1522864"/>
            <a:ext cx="2590800" cy="3658735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754063" indent="-239713">
              <a:buFont typeface="Courier New" panose="02070309020205020404" pitchFamily="49" charset="0"/>
              <a:buChar char="o"/>
              <a:tabLst/>
              <a:defRPr sz="1600">
                <a:solidFill>
                  <a:srgbClr val="3D3C3C"/>
                </a:solidFill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A814B9-7AA2-B5BB-EF3C-FD87BDB31B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701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5/8 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257A07E-BDA3-564B-83D2-65A079B34E0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72000" y="0"/>
            <a:ext cx="7620001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12B99E8-4214-D34A-9777-9881FE3AA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9C5ED5A-85E8-1949-97FD-5763222807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135057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76AFAA7E-B539-7E4A-83D2-34621A7B4E0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135281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BC99E50-AF54-4A43-BD6F-CE5EA52E5A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8600" y="1527048"/>
            <a:ext cx="4135055" cy="4113767"/>
          </a:xfrm>
        </p:spPr>
        <p:txBody>
          <a:bodyPr/>
          <a:lstStyle>
            <a:lvl1pPr>
              <a:defRPr sz="1400">
                <a:solidFill>
                  <a:srgbClr val="3D3C3C"/>
                </a:solidFill>
              </a:defRPr>
            </a:lvl1pPr>
            <a:lvl2pPr>
              <a:defRPr sz="1400">
                <a:solidFill>
                  <a:srgbClr val="3D3C3C"/>
                </a:solidFill>
              </a:defRPr>
            </a:lvl2pPr>
            <a:lvl3pPr marL="754063" indent="-227013">
              <a:buFont typeface="Courier New" panose="02070309020205020404" pitchFamily="49" charset="0"/>
              <a:buChar char="o"/>
              <a:tabLst/>
              <a:defRPr sz="1400">
                <a:solidFill>
                  <a:srgbClr val="3D3C3C"/>
                </a:solidFill>
              </a:defRPr>
            </a:lvl3pPr>
            <a:lvl4pPr>
              <a:defRPr sz="1400">
                <a:solidFill>
                  <a:srgbClr val="3D3C3C"/>
                </a:solidFill>
              </a:defRPr>
            </a:lvl4pPr>
            <a:lvl5pPr>
              <a:defRPr sz="14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E33CC6-9943-A301-7E6F-163CC5510A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1130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w 3 column content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C5F26F-AEEA-3841-81A4-64DE570D963D}"/>
              </a:ext>
            </a:extLst>
          </p:cNvPr>
          <p:cNvSpPr/>
          <p:nvPr userDrawn="1"/>
        </p:nvSpPr>
        <p:spPr>
          <a:xfrm>
            <a:off x="9149394" y="4267200"/>
            <a:ext cx="3042606" cy="259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054A2-1BCE-2E4A-A6D2-31CE0DBB28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149394" y="0"/>
            <a:ext cx="3042606" cy="426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  <a:endParaRPr lang="en-MX"/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809A16B-1C7C-2047-87C8-57441110C2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247302"/>
            <a:ext cx="5508625" cy="125799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dolor.</a:t>
            </a:r>
          </a:p>
        </p:txBody>
      </p:sp>
      <p:pic>
        <p:nvPicPr>
          <p:cNvPr id="9" name="Picture 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F246527-7CA0-5B4D-86E9-3A271DD75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558" y="6343600"/>
            <a:ext cx="730346" cy="232382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31CABF7-D828-314C-A892-4D805CF92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FD87D3C-216A-894E-A218-6C4DE93114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8601" y="1527048"/>
            <a:ext cx="2590800" cy="3582536"/>
          </a:xfrm>
        </p:spPr>
        <p:txBody>
          <a:bodyPr/>
          <a:lstStyle>
            <a:lvl1pPr>
              <a:defRPr sz="1400">
                <a:solidFill>
                  <a:srgbClr val="3D3C3C"/>
                </a:solidFill>
              </a:defRPr>
            </a:lvl1pPr>
            <a:lvl2pPr>
              <a:defRPr sz="14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400">
                <a:solidFill>
                  <a:srgbClr val="3D3C3C"/>
                </a:solidFill>
              </a:defRPr>
            </a:lvl3pPr>
            <a:lvl4pPr>
              <a:defRPr sz="1400">
                <a:solidFill>
                  <a:srgbClr val="3D3C3C"/>
                </a:solidFill>
              </a:defRPr>
            </a:lvl4pPr>
            <a:lvl5pPr>
              <a:defRPr sz="14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B6635BF-3AE8-384B-B98F-BB5B2DD4AE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84304" y="1527048"/>
            <a:ext cx="2583096" cy="3582536"/>
          </a:xfrm>
        </p:spPr>
        <p:txBody>
          <a:bodyPr/>
          <a:lstStyle>
            <a:lvl1pPr>
              <a:defRPr sz="1400">
                <a:solidFill>
                  <a:srgbClr val="3D3C3C"/>
                </a:solidFill>
              </a:defRPr>
            </a:lvl1pPr>
            <a:lvl2pPr>
              <a:defRPr sz="1400">
                <a:solidFill>
                  <a:srgbClr val="3D3C3C"/>
                </a:solidFill>
              </a:defRPr>
            </a:lvl2pPr>
            <a:lvl3pPr marL="698500" indent="-171450">
              <a:defRPr lang="en-US" sz="14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400">
                <a:solidFill>
                  <a:srgbClr val="3D3C3C"/>
                </a:solidFill>
              </a:defRPr>
            </a:lvl4pPr>
            <a:lvl5pPr>
              <a:defRPr sz="14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1A47BF4-9246-BB41-A64D-AD21AD38259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31527" y="1527048"/>
            <a:ext cx="2590800" cy="3582536"/>
          </a:xfrm>
        </p:spPr>
        <p:txBody>
          <a:bodyPr/>
          <a:lstStyle>
            <a:lvl1pPr>
              <a:defRPr sz="1400">
                <a:solidFill>
                  <a:srgbClr val="3D3C3C"/>
                </a:solidFill>
              </a:defRPr>
            </a:lvl1pPr>
            <a:lvl2pPr>
              <a:defRPr sz="1400">
                <a:solidFill>
                  <a:srgbClr val="3D3C3C"/>
                </a:solidFill>
              </a:defRPr>
            </a:lvl2pPr>
            <a:lvl3pPr marL="698500" indent="-171450">
              <a:defRPr lang="en-US" sz="14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400">
                <a:solidFill>
                  <a:srgbClr val="3D3C3C"/>
                </a:solidFill>
              </a:defRPr>
            </a:lvl4pPr>
            <a:lvl5pPr>
              <a:defRPr sz="14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5C07C5-BF6D-7D9D-F69D-0CBB0F0496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02443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Description w Icon Spring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B990099-A11A-7B43-8CA5-F3DF42BB6820}"/>
              </a:ext>
            </a:extLst>
          </p:cNvPr>
          <p:cNvSpPr/>
          <p:nvPr userDrawn="1"/>
        </p:nvSpPr>
        <p:spPr>
          <a:xfrm>
            <a:off x="0" y="1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65B41-3ECC-AC41-8E76-B63961BC41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7024" y="1638801"/>
            <a:ext cx="4324740" cy="179541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 </a:t>
            </a:r>
            <a:br>
              <a:rPr lang="en-US"/>
            </a:br>
            <a:r>
              <a:rPr lang="en-US"/>
              <a:t>as a caption.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31EE4CC-B4BD-B042-93C4-EF60CFEA1FE0}"/>
              </a:ext>
            </a:extLst>
          </p:cNvPr>
          <p:cNvCxnSpPr>
            <a:cxnSpLocks/>
          </p:cNvCxnSpPr>
          <p:nvPr userDrawn="1"/>
        </p:nvCxnSpPr>
        <p:spPr>
          <a:xfrm>
            <a:off x="238822" y="3777624"/>
            <a:ext cx="4176964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71F9149-9238-0147-86CC-3A984442921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35392" y="2063469"/>
            <a:ext cx="1813288" cy="1717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E89F605-86BE-3943-B6E4-9EEC3BFBC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5A1BCB11-7322-B848-A05D-16BBECC1589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386089" y="2063469"/>
            <a:ext cx="1813288" cy="1717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1FD34FF-14FE-3B40-A89F-A89FAB709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581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A43DDA07-B043-994B-A28E-DD4DD9ADAB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8600" y="714071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AC9B620-1A35-0B42-8618-D60039FB16A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8600" y="4072486"/>
            <a:ext cx="4343400" cy="191745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EE1C422-C24F-8742-9C36-1A90C06E649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4072486"/>
            <a:ext cx="2590800" cy="194731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BBE1A8C-EED0-2D44-85EB-62036724B47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4072486"/>
            <a:ext cx="2590800" cy="194731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C8D20D-0E6A-FF89-8A6C-5D699D43A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04722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ections Content Spring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99586EBE-3DF0-4A48-9605-33B0222C81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1" y="3531004"/>
            <a:ext cx="4343163" cy="2253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3EB15DC8-43BC-BE49-B6EF-CCEAB5A7B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3874293"/>
            <a:ext cx="4343163" cy="214550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0663F8-A1AE-2C4B-9A48-4DC0DDE9DDC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A3D4230-D22E-2F44-A0BD-23E5299778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6747"/>
            <a:ext cx="4343164" cy="19866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1B9FD7A-B5E1-4141-8848-C6EABDA80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19B553B-0E15-8547-8BE4-242A40F754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581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D453A100-A460-8F49-926F-6E6645E187B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8600" y="714071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E80175B-880D-EE4E-85E9-D291C5BA9AA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1521303"/>
            <a:ext cx="5641840" cy="449849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2C34D7-4CB8-89E6-D9DC-B88E62A713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6119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 Quote and Sections Spring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AC584B-51AC-494E-8940-2F1049D5012F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DEB15A68-363E-E442-BC4A-CFBD8A5D58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6610" y="1327879"/>
            <a:ext cx="4345390" cy="21011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2D6046-4BD5-8C4A-9B3B-5F06C6EF00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24600" y="1327879"/>
            <a:ext cx="5638800" cy="124150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quote here–Lorem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6F924156-E1B8-B14F-A963-69768B30CB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8357" y="2781791"/>
            <a:ext cx="2598921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7C8248D5-28FE-934C-AB72-DC1094D972E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72600" y="2782669"/>
            <a:ext cx="2592789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F95519BA-330B-9E41-B885-10800C63FF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8357" y="4529819"/>
            <a:ext cx="2598921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B0895CA-2CD0-584E-B737-18E1D07B65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72599" y="4529818"/>
            <a:ext cx="2592789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3765CF9B-370B-9F4D-9F16-B74047BC0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9F8AB1-17E0-7745-B279-1FD45BB4478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24600" y="3111500"/>
            <a:ext cx="2601913" cy="990600"/>
          </a:xfrm>
        </p:spPr>
        <p:txBody>
          <a:bodyPr/>
          <a:lstStyle>
            <a:lvl1pPr>
              <a:defRPr sz="1200">
                <a:solidFill>
                  <a:srgbClr val="042315"/>
                </a:solidFill>
              </a:defRPr>
            </a:lvl1pPr>
            <a:lvl2pPr>
              <a:defRPr sz="1200">
                <a:solidFill>
                  <a:srgbClr val="042315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042315"/>
                </a:solidFill>
              </a:defRPr>
            </a:lvl3pPr>
            <a:lvl4pPr>
              <a:defRPr sz="1200">
                <a:solidFill>
                  <a:srgbClr val="042315"/>
                </a:solidFill>
              </a:defRPr>
            </a:lvl4pPr>
            <a:lvl5pPr>
              <a:defRPr sz="12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1926D91-B149-C449-A782-3F62F1F2267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75297" y="3111500"/>
            <a:ext cx="2601913" cy="990600"/>
          </a:xfrm>
        </p:spPr>
        <p:txBody>
          <a:bodyPr/>
          <a:lstStyle>
            <a:lvl1pPr>
              <a:defRPr sz="1200">
                <a:solidFill>
                  <a:srgbClr val="042315"/>
                </a:solidFill>
              </a:defRPr>
            </a:lvl1pPr>
            <a:lvl2pPr>
              <a:defRPr sz="1200">
                <a:solidFill>
                  <a:srgbClr val="042315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042315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042315"/>
                </a:solidFill>
              </a:defRPr>
            </a:lvl4pPr>
            <a:lvl5pPr>
              <a:defRPr sz="12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E946066-00A4-E041-845C-485A22A5B1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24600" y="4863426"/>
            <a:ext cx="2601913" cy="990600"/>
          </a:xfrm>
        </p:spPr>
        <p:txBody>
          <a:bodyPr/>
          <a:lstStyle>
            <a:lvl1pPr>
              <a:defRPr sz="1200">
                <a:solidFill>
                  <a:srgbClr val="042315"/>
                </a:solidFill>
              </a:defRPr>
            </a:lvl1pPr>
            <a:lvl2pPr>
              <a:defRPr sz="1200">
                <a:solidFill>
                  <a:srgbClr val="042315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042315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042315"/>
                </a:solidFill>
              </a:defRPr>
            </a:lvl4pPr>
            <a:lvl5pPr>
              <a:defRPr sz="12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4C6A6BF6-E451-BA41-A840-E12653E208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75297" y="4863426"/>
            <a:ext cx="2601913" cy="990600"/>
          </a:xfrm>
        </p:spPr>
        <p:txBody>
          <a:bodyPr/>
          <a:lstStyle>
            <a:lvl1pPr>
              <a:defRPr sz="1200">
                <a:solidFill>
                  <a:srgbClr val="042315"/>
                </a:solidFill>
              </a:defRPr>
            </a:lvl1pPr>
            <a:lvl2pPr>
              <a:defRPr sz="1200">
                <a:solidFill>
                  <a:srgbClr val="042315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042315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042315"/>
                </a:solidFill>
              </a:defRPr>
            </a:lvl4pPr>
            <a:lvl5pPr>
              <a:defRPr sz="12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E94D75FA-3AE9-FC4C-A49E-066D99CE4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8" name="Text Placeholder 57">
            <a:extLst>
              <a:ext uri="{FF2B5EF4-FFF2-40B4-BE49-F238E27FC236}">
                <a16:creationId xmlns:a16="http://schemas.microsoft.com/office/drawing/2014/main" id="{A5BB4E20-DF6B-C747-B076-731C7445A34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93E6FB-452B-269A-52A8-C6C2B2122C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30820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Description w Icon Spring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B990099-A11A-7B43-8CA5-F3DF42BB6820}"/>
              </a:ext>
            </a:extLst>
          </p:cNvPr>
          <p:cNvSpPr/>
          <p:nvPr userDrawn="1"/>
        </p:nvSpPr>
        <p:spPr>
          <a:xfrm>
            <a:off x="0" y="1"/>
            <a:ext cx="6096000" cy="6858000"/>
          </a:xfrm>
          <a:prstGeom prst="rect">
            <a:avLst/>
          </a:prstGeom>
          <a:solidFill>
            <a:srgbClr val="3D3C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65B41-3ECC-AC41-8E76-B63961BC41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7024" y="1638801"/>
            <a:ext cx="4324740" cy="179541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 </a:t>
            </a:r>
            <a:br>
              <a:rPr lang="en-US"/>
            </a:br>
            <a:r>
              <a:rPr lang="en-US"/>
              <a:t>as a caption.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31EE4CC-B4BD-B042-93C4-EF60CFEA1FE0}"/>
              </a:ext>
            </a:extLst>
          </p:cNvPr>
          <p:cNvCxnSpPr>
            <a:cxnSpLocks/>
          </p:cNvCxnSpPr>
          <p:nvPr userDrawn="1"/>
        </p:nvCxnSpPr>
        <p:spPr>
          <a:xfrm>
            <a:off x="238822" y="3777624"/>
            <a:ext cx="4176964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71F9149-9238-0147-86CC-3A984442921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35392" y="2063469"/>
            <a:ext cx="1813288" cy="1717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E89F605-86BE-3943-B6E4-9EEC3BFBC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5A1BCB11-7322-B848-A05D-16BBECC1589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386089" y="2063469"/>
            <a:ext cx="1813288" cy="1717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1FD34FF-14FE-3B40-A89F-A89FAB709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581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A43DDA07-B043-994B-A28E-DD4DD9ADAB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8600" y="714071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AC9B620-1A35-0B42-8618-D60039FB16A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8600" y="4072486"/>
            <a:ext cx="4343400" cy="1917457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 marL="800100" indent="-285750">
              <a:defRPr lang="en-US" sz="16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EE1C422-C24F-8742-9C36-1A90C06E649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4072486"/>
            <a:ext cx="2590800" cy="194731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BBE1A8C-EED0-2D44-85EB-62036724B47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4072486"/>
            <a:ext cx="2590800" cy="194731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26900B-2378-1876-9B3E-58963FCC23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00880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Sections Content Spring Green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99586EBE-3DF0-4A48-9605-33B0222C81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1" y="3531004"/>
            <a:ext cx="4343163" cy="2253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3EB15DC8-43BC-BE49-B6EF-CCEAB5A7B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3874293"/>
            <a:ext cx="4343163" cy="214550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0663F8-A1AE-2C4B-9A48-4DC0DDE9DDC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A3D4230-D22E-2F44-A0BD-23E5299778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6747"/>
            <a:ext cx="4343164" cy="19866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1B9FD7A-B5E1-4141-8848-C6EABDA80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19B553B-0E15-8547-8BE4-242A40F754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581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D453A100-A460-8F49-926F-6E6645E187B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8600" y="714071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E80175B-880D-EE4E-85E9-D291C5BA9AA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1521303"/>
            <a:ext cx="5641840" cy="449849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734C48-E6EA-30CE-1CF0-BB62021986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8050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w Quote and Sections Spring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AC584B-51AC-494E-8940-2F1049D5012F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Arial" panose="020B060402020202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DEB15A68-363E-E442-BC4A-CFBD8A5D58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6610" y="1327879"/>
            <a:ext cx="4345390" cy="21011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042315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2D6046-4BD5-8C4A-9B3B-5F06C6EF00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24600" y="1327879"/>
            <a:ext cx="5638800" cy="124150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Add quote here–Lorem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6F924156-E1B8-B14F-A963-69768B30CB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8357" y="2781791"/>
            <a:ext cx="2598921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7C8248D5-28FE-934C-AB72-DC1094D972E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72600" y="2782669"/>
            <a:ext cx="2592789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F95519BA-330B-9E41-B885-10800C63FF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8357" y="4529819"/>
            <a:ext cx="2598921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B0895CA-2CD0-584E-B737-18E1D07B65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72599" y="4529818"/>
            <a:ext cx="2592789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3765CF9B-370B-9F4D-9F16-B74047BC0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9F8AB1-17E0-7745-B279-1FD45BB4478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24600" y="3111500"/>
            <a:ext cx="2601913" cy="9906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1926D91-B149-C449-A782-3F62F1F2267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75297" y="3111500"/>
            <a:ext cx="2601913" cy="9906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 marL="698500" indent="-171450">
              <a:defRPr lang="en-US" sz="1200" b="0" i="0" kern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E946066-00A4-E041-845C-485A22A5B1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24600" y="4863426"/>
            <a:ext cx="2601913" cy="9906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 marL="698500" indent="-171450">
              <a:defRPr lang="en-US" sz="1200" b="0" i="0" kern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4C6A6BF6-E451-BA41-A840-E12653E208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75297" y="4863426"/>
            <a:ext cx="2601913" cy="9906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 marL="698500" indent="-171450">
              <a:defRPr lang="en-US" sz="1200" b="0" i="0" kern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78AB207-C065-1044-8FC3-FC2B3B849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66131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01F606AC-C408-FB45-A037-89CBCC5F5C8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05999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7CF0E-1B8E-5582-3480-A7D3162668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6836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5B7000-1525-9D40-B881-051F187F6406}"/>
              </a:ext>
            </a:extLst>
          </p:cNvPr>
          <p:cNvSpPr/>
          <p:nvPr userDrawn="1"/>
        </p:nvSpPr>
        <p:spPr>
          <a:xfrm>
            <a:off x="9143999" y="0"/>
            <a:ext cx="3048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373A9760-9DB0-3E44-BA65-46626A8F904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0" y="1534188"/>
            <a:ext cx="4114799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accent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C910DDF-AB17-C149-9180-790A86F06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11CD3D8-86B6-9E42-A92C-E3853CE7DEB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8600" y="1943101"/>
            <a:ext cx="4114800" cy="40767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019070F-D07D-5A43-82D3-8B5D5C73380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800600" y="1943101"/>
            <a:ext cx="4114800" cy="40767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C7D98CE-AED7-0044-B0AC-A73C2D22EE3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380692" y="1943101"/>
            <a:ext cx="2582708" cy="40767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AA48CA4-03D3-41D1-985F-8A6131B22B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8686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3" name="Text Placeholder 57">
            <a:extLst>
              <a:ext uri="{FF2B5EF4-FFF2-40B4-BE49-F238E27FC236}">
                <a16:creationId xmlns:a16="http://schemas.microsoft.com/office/drawing/2014/main" id="{7661925A-A314-4EC5-8001-2296B870FFA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599" y="714025"/>
            <a:ext cx="8686799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4AB656-47BB-7294-3232-458F00F1B3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550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pos="2736" userDrawn="1">
          <p15:clr>
            <a:srgbClr val="FBAE40"/>
          </p15:clr>
        </p15:guide>
        <p15:guide id="3" orient="horz" pos="1224" userDrawn="1">
          <p15:clr>
            <a:srgbClr val="FBAE40"/>
          </p15:clr>
        </p15:guide>
        <p15:guide id="4" orient="horz" pos="936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D533621A-3B50-3E49-95CE-6E76D52402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144000" y="1"/>
            <a:ext cx="3048000" cy="3429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5B7000-1525-9D40-B881-051F187F6406}"/>
              </a:ext>
            </a:extLst>
          </p:cNvPr>
          <p:cNvSpPr/>
          <p:nvPr userDrawn="1"/>
        </p:nvSpPr>
        <p:spPr>
          <a:xfrm>
            <a:off x="9143999" y="3429000"/>
            <a:ext cx="3048001" cy="342900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75BC7E2B-E8DF-C94A-9A1E-99A4EE5AF6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0" y="1534188"/>
            <a:ext cx="4114799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accent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EA35FC36-AD3B-B148-B5B0-DCBA6ADED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67E2EE-40BC-864B-BC29-94AE865A6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8686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554CA73C-F0CA-3D41-9DD0-B5C1C818FFC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8687272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0A8EF-09BD-DE42-8C97-9E987936F9F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8600" y="1943101"/>
            <a:ext cx="4114800" cy="4076700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754063" indent="-239713">
              <a:buFont typeface="Courier New" panose="02070309020205020404" pitchFamily="49" charset="0"/>
              <a:buChar char="o"/>
              <a:tabLst/>
              <a:defRPr sz="1600">
                <a:solidFill>
                  <a:srgbClr val="3D3C3C"/>
                </a:solidFill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BEF47F6-FA94-AD4B-ACE1-9B449C9BF43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800600" y="1943101"/>
            <a:ext cx="4114800" cy="4076700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9604CB-A0CF-BD1D-E9EC-206CA3058F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70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pos="2736" userDrawn="1">
          <p15:clr>
            <a:srgbClr val="FBAE40"/>
          </p15:clr>
        </p15:guide>
        <p15:guide id="3" orient="horz" pos="936" userDrawn="1">
          <p15:clr>
            <a:srgbClr val="FBAE40"/>
          </p15:clr>
        </p15:guide>
        <p15:guide id="4" orient="horz" pos="1224" userDrawn="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Content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4B7933-C5EF-5346-A1EA-62BC3520BDE6}"/>
              </a:ext>
            </a:extLst>
          </p:cNvPr>
          <p:cNvSpPr/>
          <p:nvPr userDrawn="1"/>
        </p:nvSpPr>
        <p:spPr>
          <a:xfrm>
            <a:off x="0" y="0"/>
            <a:ext cx="3048000" cy="6879102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EAA83C25-A7D5-C44E-BC03-EABD420FC3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276599" y="342900"/>
            <a:ext cx="4225049" cy="1904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5AED7C1-57C7-EB42-B60B-97603D067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33EFBCC-431C-6443-AA33-6CFDC8F1C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05D81803-BCDE-3B4B-A55B-F229C7C660C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2819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66EC57E-ED10-0940-9F4F-D9F535242F8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8600" y="1568173"/>
            <a:ext cx="2590800" cy="363770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DC05E58-74B0-0247-AC01-1C047754F4F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730246" y="347005"/>
            <a:ext cx="4241586" cy="1896191"/>
          </a:xfrm>
        </p:spPr>
        <p:txBody>
          <a:bodyPr anchor="ctr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0ABA2B2D-70FB-2747-9758-85261B5F9944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7730245" y="2479236"/>
            <a:ext cx="4241587" cy="189619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2ACC1EC-9F0D-5943-8F6A-19905B79075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76599" y="2479236"/>
            <a:ext cx="4225045" cy="1896191"/>
          </a:xfrm>
        </p:spPr>
        <p:txBody>
          <a:bodyPr anchor="ctr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5734C4E-11C3-B746-885D-E15253270F1A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3276600" y="4607363"/>
            <a:ext cx="4225044" cy="19204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E17520F-6514-EF42-BCF3-3CAD8D25420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30243" y="4611468"/>
            <a:ext cx="4241589" cy="1912200"/>
          </a:xfrm>
        </p:spPr>
        <p:txBody>
          <a:bodyPr anchor="ctr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3BEE50-5F44-B3D5-8C90-13FE2A32A2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126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chart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BF4555-FDB8-1741-8569-DDC432C60EC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0" y="4914900"/>
            <a:ext cx="12192000" cy="1943100"/>
          </a:xfrm>
          <a:prstGeom prst="rect">
            <a:avLst/>
          </a:prstGeom>
          <a:solidFill>
            <a:srgbClr val="042315"/>
          </a:solidFill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1DD7824-BD13-0D43-8CDD-B13D91F59E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73080" y="1580875"/>
            <a:ext cx="2646319" cy="125654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8000" b="0" i="0">
                <a:ln w="12700">
                  <a:solidFill>
                    <a:sysClr val="windowText" lastClr="000000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3D07870-6C96-0749-B784-2EFB8AF86FC0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3222833" y="1580875"/>
            <a:ext cx="2636473" cy="125654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8000" b="0" i="0">
                <a:ln w="12700">
                  <a:solidFill>
                    <a:sysClr val="windowText" lastClr="000000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A202486-4E9E-FA41-9537-4D521D495572}"/>
              </a:ext>
            </a:extLst>
          </p:cNvPr>
          <p:cNvSpPr>
            <a:spLocks noGrp="1"/>
          </p:cNvSpPr>
          <p:nvPr>
            <p:ph idx="43" hasCustomPrompt="1"/>
          </p:nvPr>
        </p:nvSpPr>
        <p:spPr>
          <a:xfrm>
            <a:off x="6277913" y="1580875"/>
            <a:ext cx="2629391" cy="125654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8000" b="0" i="0">
                <a:ln w="12700">
                  <a:solidFill>
                    <a:sysClr val="windowText" lastClr="000000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D814DDA-CE33-D74D-8B34-C7E82FD5DB0F}"/>
              </a:ext>
            </a:extLst>
          </p:cNvPr>
          <p:cNvSpPr>
            <a:spLocks noGrp="1"/>
          </p:cNvSpPr>
          <p:nvPr>
            <p:ph idx="45" hasCustomPrompt="1"/>
          </p:nvPr>
        </p:nvSpPr>
        <p:spPr>
          <a:xfrm>
            <a:off x="9322100" y="1580875"/>
            <a:ext cx="2649392" cy="125654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8000" b="0" i="0">
                <a:ln w="12700">
                  <a:solidFill>
                    <a:sysClr val="windowText" lastClr="000000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326253-BCC0-B54A-BB89-CEA446CC4AE5}"/>
              </a:ext>
            </a:extLst>
          </p:cNvPr>
          <p:cNvCxnSpPr>
            <a:cxnSpLocks/>
          </p:cNvCxnSpPr>
          <p:nvPr userDrawn="1"/>
        </p:nvCxnSpPr>
        <p:spPr>
          <a:xfrm>
            <a:off x="3048000" y="1710657"/>
            <a:ext cx="0" cy="253379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DC22D75-6CA2-8C4F-8DBD-939B876FA9F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710657"/>
            <a:ext cx="0" cy="253379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625290A-61F5-A24D-930E-A6DEBD4074B2}"/>
              </a:ext>
            </a:extLst>
          </p:cNvPr>
          <p:cNvCxnSpPr>
            <a:cxnSpLocks/>
          </p:cNvCxnSpPr>
          <p:nvPr userDrawn="1"/>
        </p:nvCxnSpPr>
        <p:spPr>
          <a:xfrm>
            <a:off x="9144000" y="1710657"/>
            <a:ext cx="0" cy="253379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59E95EB3-CE74-1D47-8882-CECC764A6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F50FBBC0-187B-3045-B1FA-8D3B9FA412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2" name="Text Placeholder 57">
            <a:extLst>
              <a:ext uri="{FF2B5EF4-FFF2-40B4-BE49-F238E27FC236}">
                <a16:creationId xmlns:a16="http://schemas.microsoft.com/office/drawing/2014/main" id="{081E1690-AC6B-5C4B-B272-1CB1DF1EF62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8600" y="714025"/>
            <a:ext cx="10439968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3B6147C3-A7AC-C345-8158-DB04F8A9A3E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8600" y="2924305"/>
            <a:ext cx="2590800" cy="134289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BCA8F4E4-21FF-3647-91D3-D364BA34E17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2924305"/>
            <a:ext cx="2590800" cy="134289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 marL="698500" indent="-171450">
              <a:defRPr lang="en-US" sz="12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509D900E-8279-514E-85B7-1FE999893C6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2924305"/>
            <a:ext cx="2590800" cy="134289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 marL="698500" indent="-171450">
              <a:defRPr lang="en-US" sz="12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5983D252-EBCF-4044-AD35-ED92FC4A81D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2924305"/>
            <a:ext cx="2590800" cy="134289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 marL="698500" indent="-171450">
              <a:defRPr lang="en-US" sz="12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718DCB-A108-105D-C431-CEA8398A1F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4026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4 Icon Layout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9CF9618-9267-2348-BF4F-29AC15DD8C77}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DB726F07-4F06-3D41-BCD9-7EF1FEC15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5F3A209-F7B5-B342-A7C7-36235F4BE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30038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2" name="Text Placeholder 57">
            <a:extLst>
              <a:ext uri="{FF2B5EF4-FFF2-40B4-BE49-F238E27FC236}">
                <a16:creationId xmlns:a16="http://schemas.microsoft.com/office/drawing/2014/main" id="{4C045D8E-03A8-8849-A250-8432BCFB999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8600" y="718643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54D9701-B3F9-A644-8A44-320EA67A7F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8600" y="1568173"/>
            <a:ext cx="2590800" cy="3637703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0563" indent="-163513">
              <a:buClr>
                <a:schemeClr val="bg1"/>
              </a:buClr>
              <a:buFont typeface="Courier New" panose="02070309020205020404" pitchFamily="49" charset="0"/>
              <a:buChar char="o"/>
              <a:tabLst/>
              <a:defRPr sz="12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4F339EAA-15D9-414A-9F7F-D7E057F067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580203" y="2566524"/>
            <a:ext cx="2540788" cy="8382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E082F470-458B-B34A-B8B9-B570D23EC1F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26854" y="2566524"/>
            <a:ext cx="2544834" cy="8382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98D4E62-3DC9-7D44-AD7A-1781F255E6B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80203" y="5155975"/>
            <a:ext cx="2540788" cy="8382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B3EFCC4-5FC2-654B-981B-03BE481BAA9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626854" y="5155975"/>
            <a:ext cx="2544834" cy="8382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69D77-6DDD-D242-ADD5-95CE612F0128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4572000" y="876300"/>
            <a:ext cx="1524000" cy="1536700"/>
          </a:xfrm>
        </p:spPr>
        <p:txBody>
          <a:bodyPr/>
          <a:lstStyle>
            <a:lvl1pPr marL="0" indent="0">
              <a:buNone/>
              <a:defRPr sz="2400">
                <a:ln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51D57A5-E63F-804E-931C-2733A7925148}"/>
              </a:ext>
            </a:extLst>
          </p:cNvPr>
          <p:cNvSpPr>
            <a:spLocks noGrp="1"/>
          </p:cNvSpPr>
          <p:nvPr>
            <p:ph sz="quarter" idx="55" hasCustomPrompt="1"/>
          </p:nvPr>
        </p:nvSpPr>
        <p:spPr>
          <a:xfrm>
            <a:off x="7619999" y="876300"/>
            <a:ext cx="1526427" cy="1536700"/>
          </a:xfrm>
        </p:spPr>
        <p:txBody>
          <a:bodyPr/>
          <a:lstStyle>
            <a:lvl1pPr marL="0" indent="0">
              <a:buNone/>
              <a:defRPr sz="2400">
                <a:ln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98F05831-170C-B84C-BB32-E72C54C9FD28}"/>
              </a:ext>
            </a:extLst>
          </p:cNvPr>
          <p:cNvSpPr>
            <a:spLocks noGrp="1"/>
          </p:cNvSpPr>
          <p:nvPr>
            <p:ph sz="quarter" idx="56" hasCustomPrompt="1"/>
          </p:nvPr>
        </p:nvSpPr>
        <p:spPr>
          <a:xfrm>
            <a:off x="4572000" y="3506211"/>
            <a:ext cx="1524000" cy="1536700"/>
          </a:xfrm>
        </p:spPr>
        <p:txBody>
          <a:bodyPr/>
          <a:lstStyle>
            <a:lvl1pPr marL="0" indent="0">
              <a:buNone/>
              <a:defRPr sz="2400">
                <a:ln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1B459C8-66F6-334F-9830-45D99BE838E6}"/>
              </a:ext>
            </a:extLst>
          </p:cNvPr>
          <p:cNvSpPr>
            <a:spLocks noGrp="1"/>
          </p:cNvSpPr>
          <p:nvPr>
            <p:ph sz="quarter" idx="57" hasCustomPrompt="1"/>
          </p:nvPr>
        </p:nvSpPr>
        <p:spPr>
          <a:xfrm>
            <a:off x="7619999" y="3506211"/>
            <a:ext cx="1526427" cy="1536700"/>
          </a:xfrm>
        </p:spPr>
        <p:txBody>
          <a:bodyPr/>
          <a:lstStyle>
            <a:lvl1pPr marL="0" indent="0">
              <a:buNone/>
              <a:defRPr sz="2400">
                <a:ln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D0CA21-B11D-ECD2-7920-06EDA72645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90551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Chart w Imag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E102A00-847B-B048-9312-C9DCAE7F563D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DB726F07-4F06-3D41-BCD9-7EF1FEC15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5F3A209-F7B5-B342-A7C7-36235F4BE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81780"/>
            <a:ext cx="5638801" cy="65802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caption or quote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A51D8F-74DC-8647-90D4-F17C675F8BD7}"/>
              </a:ext>
            </a:extLst>
          </p:cNvPr>
          <p:cNvSpPr>
            <a:spLocks noGrp="1"/>
          </p:cNvSpPr>
          <p:nvPr>
            <p:ph sz="quarter" idx="51" hasCustomPrompt="1"/>
          </p:nvPr>
        </p:nvSpPr>
        <p:spPr>
          <a:xfrm>
            <a:off x="6465888" y="371475"/>
            <a:ext cx="5505450" cy="5754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ADD CHART HERE</a:t>
            </a:r>
          </a:p>
        </p:txBody>
      </p:sp>
      <p:sp>
        <p:nvSpPr>
          <p:cNvPr id="10" name="Text Placeholder 57">
            <a:extLst>
              <a:ext uri="{FF2B5EF4-FFF2-40B4-BE49-F238E27FC236}">
                <a16:creationId xmlns:a16="http://schemas.microsoft.com/office/drawing/2014/main" id="{4897332F-5292-6241-B79B-1C8D4B6403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8600" y="718643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1B4ED1B-C51F-C64E-A206-858E2596E7E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8600" y="1568173"/>
            <a:ext cx="5638800" cy="3637703"/>
          </a:xfrm>
        </p:spPr>
        <p:txBody>
          <a:bodyPr/>
          <a:lstStyle>
            <a:lvl1pPr marL="0" indent="0">
              <a:buClr>
                <a:schemeClr val="bg1"/>
              </a:buClr>
              <a:buFontTx/>
              <a:buNone/>
              <a:defRPr sz="1200">
                <a:solidFill>
                  <a:schemeClr val="bg1"/>
                </a:solidFill>
              </a:defRPr>
            </a:lvl1pPr>
            <a:lvl2pPr marL="288925" indent="0">
              <a:buClr>
                <a:schemeClr val="bg1"/>
              </a:buClr>
              <a:buFontTx/>
              <a:buNone/>
              <a:defRPr sz="1200">
                <a:solidFill>
                  <a:schemeClr val="bg1"/>
                </a:solidFill>
              </a:defRPr>
            </a:lvl2pPr>
            <a:lvl3pPr marL="527050" indent="0">
              <a:buClr>
                <a:schemeClr val="bg1"/>
              </a:buClr>
              <a:buFontTx/>
              <a:buNone/>
              <a:tabLst/>
              <a:defRPr sz="1200">
                <a:solidFill>
                  <a:schemeClr val="bg1"/>
                </a:solidFill>
              </a:defRPr>
            </a:lvl3pPr>
            <a:lvl4pPr marL="741363" indent="0">
              <a:buClr>
                <a:schemeClr val="bg1"/>
              </a:buClr>
              <a:buFontTx/>
              <a:buNone/>
              <a:defRPr sz="1200">
                <a:solidFill>
                  <a:schemeClr val="bg1"/>
                </a:solidFill>
              </a:defRPr>
            </a:lvl4pPr>
            <a:lvl5pPr marL="1042987" indent="0">
              <a:buClr>
                <a:schemeClr val="bg1"/>
              </a:buClr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47491D-6EE4-0280-449F-E7303DECD2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9175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4 Columns + Icons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D870B24-0DC1-6F49-BBFC-0E81923751D2}"/>
              </a:ext>
            </a:extLst>
          </p:cNvPr>
          <p:cNvSpPr/>
          <p:nvPr userDrawn="1"/>
        </p:nvSpPr>
        <p:spPr>
          <a:xfrm>
            <a:off x="6093612" y="0"/>
            <a:ext cx="3050388" cy="68580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812CDE-A829-4449-AB06-658316745F6A}"/>
              </a:ext>
            </a:extLst>
          </p:cNvPr>
          <p:cNvSpPr/>
          <p:nvPr userDrawn="1"/>
        </p:nvSpPr>
        <p:spPr>
          <a:xfrm>
            <a:off x="1" y="0"/>
            <a:ext cx="3050388" cy="68580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E6E9ED7-CE8B-DA48-86F3-1D34203D4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F5C11761-C1D0-FD45-AC79-71641D4D5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2821636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9" name="Text Placeholder 57">
            <a:extLst>
              <a:ext uri="{FF2B5EF4-FFF2-40B4-BE49-F238E27FC236}">
                <a16:creationId xmlns:a16="http://schemas.microsoft.com/office/drawing/2014/main" id="{DDDEE1BD-C0BD-D34A-98F1-DFA5B7561B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2821789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48B0F41E-B8A6-554F-9791-EFEE29A1B57F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228600" y="1270365"/>
            <a:ext cx="1872632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2C0D7F61-83A3-9A4C-B808-82ECDF5F6234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3276600" y="1270365"/>
            <a:ext cx="1872632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68797393-7089-8246-8E6B-9C691D9E814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324600" y="1263328"/>
            <a:ext cx="1872632" cy="17152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BDBF6EDA-CB83-144B-84E9-B6DA6CFBDBF6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9381035" y="1270365"/>
            <a:ext cx="1872047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6A01146-6CEE-454C-86E0-79564E0A450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28600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8BA9884-E94D-354D-AF51-8C4AC3E5E45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287390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87E36DB-49F0-CE41-A792-DC6FC1181DD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329995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C04423A-19C1-994E-A97A-17205ACBAEB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381035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B579AE-6410-8F0B-0B3D-BE9EDE8FE7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6523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4 Columns + Icon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D870B24-0DC1-6F49-BBFC-0E81923751D2}"/>
              </a:ext>
            </a:extLst>
          </p:cNvPr>
          <p:cNvSpPr/>
          <p:nvPr userDrawn="1"/>
        </p:nvSpPr>
        <p:spPr>
          <a:xfrm>
            <a:off x="6093611" y="0"/>
            <a:ext cx="3048000" cy="6858000"/>
          </a:xfrm>
          <a:prstGeom prst="rect">
            <a:avLst/>
          </a:prstGeom>
          <a:solidFill>
            <a:srgbClr val="DD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812CDE-A829-4449-AB06-658316745F6A}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rgbClr val="DD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58" name="Picture Placeholder 7">
            <a:extLst>
              <a:ext uri="{FF2B5EF4-FFF2-40B4-BE49-F238E27FC236}">
                <a16:creationId xmlns:a16="http://schemas.microsoft.com/office/drawing/2014/main" id="{514A8316-B0F0-E64C-A005-F00E6DA717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28600" y="1270365"/>
            <a:ext cx="1872632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59" name="Picture Placeholder 7">
            <a:extLst>
              <a:ext uri="{FF2B5EF4-FFF2-40B4-BE49-F238E27FC236}">
                <a16:creationId xmlns:a16="http://schemas.microsoft.com/office/drawing/2014/main" id="{750311B1-E416-7646-B8BF-DF3C53F6A2D5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6600" y="1270365"/>
            <a:ext cx="1872632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60" name="Picture Placeholder 7">
            <a:extLst>
              <a:ext uri="{FF2B5EF4-FFF2-40B4-BE49-F238E27FC236}">
                <a16:creationId xmlns:a16="http://schemas.microsoft.com/office/drawing/2014/main" id="{17E006E3-4291-4049-AD93-B5278AF31AD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24600" y="1263328"/>
            <a:ext cx="1872632" cy="17152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61" name="Picture Placeholder 7">
            <a:extLst>
              <a:ext uri="{FF2B5EF4-FFF2-40B4-BE49-F238E27FC236}">
                <a16:creationId xmlns:a16="http://schemas.microsoft.com/office/drawing/2014/main" id="{A4BC3B16-ACE1-104A-8B2D-FE828E65AF7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81035" y="1270365"/>
            <a:ext cx="1872047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5A5C78B-D28F-5D41-8FEE-ECEB00452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1C62E2FA-474D-F54A-B505-395B993AB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247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8" name="Text Placeholder 57">
            <a:extLst>
              <a:ext uri="{FF2B5EF4-FFF2-40B4-BE49-F238E27FC236}">
                <a16:creationId xmlns:a16="http://schemas.microsoft.com/office/drawing/2014/main" id="{526CF53C-689A-294D-947F-C20332A6D6E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2819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1578A9E8-7662-D44E-88D0-D10124D0B10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8600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390166D-9663-AA42-BBFA-258771F1F03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29AD3E3-4375-D04F-AB3B-7EB9F42B658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5E4EDD6-9F53-254B-948E-B849AA85100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1035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536040-934E-8212-FC4C-155734799F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7688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Lar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C9DFC84E-FA9E-F842-B8A0-3F47FB47FC4C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6096000" y="495300"/>
            <a:ext cx="5867400" cy="59054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CLICK ICON TO ADD PIE CHART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9CCAB3E-BAC6-1241-B951-C30FC038FA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3632"/>
            <a:ext cx="4343164" cy="2105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E159D05-25FE-E542-9360-CAC0772D3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41C0787-5E53-2F41-BBC9-8BEE0618F7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963E82A3-4B6A-BC48-8272-63030B15170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8C7F6A-D8A4-992E-7D7C-A9D64ED0DE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3706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4 Columns +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C27F7F1D-5819-234C-BE8D-F846B9D0BFDC}"/>
              </a:ext>
            </a:extLst>
          </p:cNvPr>
          <p:cNvSpPr>
            <a:spLocks noGrp="1"/>
          </p:cNvSpPr>
          <p:nvPr>
            <p:ph type="chart" sz="quarter" idx="29" hasCustomPrompt="1"/>
          </p:nvPr>
        </p:nvSpPr>
        <p:spPr>
          <a:xfrm>
            <a:off x="228599" y="1711521"/>
            <a:ext cx="2595335" cy="22940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CHART HERE</a:t>
            </a:r>
          </a:p>
        </p:txBody>
      </p:sp>
      <p:sp>
        <p:nvSpPr>
          <p:cNvPr id="14" name="Chart Placeholder 6">
            <a:extLst>
              <a:ext uri="{FF2B5EF4-FFF2-40B4-BE49-F238E27FC236}">
                <a16:creationId xmlns:a16="http://schemas.microsoft.com/office/drawing/2014/main" id="{22C00934-DE81-9D4F-B3D1-D3A5B7ADC6E9}"/>
              </a:ext>
            </a:extLst>
          </p:cNvPr>
          <p:cNvSpPr>
            <a:spLocks noGrp="1"/>
          </p:cNvSpPr>
          <p:nvPr>
            <p:ph type="chart" sz="quarter" idx="31" hasCustomPrompt="1"/>
          </p:nvPr>
        </p:nvSpPr>
        <p:spPr>
          <a:xfrm>
            <a:off x="3284993" y="1711522"/>
            <a:ext cx="2589484" cy="22940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CHART HERE</a:t>
            </a:r>
          </a:p>
        </p:txBody>
      </p:sp>
      <p:sp>
        <p:nvSpPr>
          <p:cNvPr id="16" name="Chart Placeholder 6">
            <a:extLst>
              <a:ext uri="{FF2B5EF4-FFF2-40B4-BE49-F238E27FC236}">
                <a16:creationId xmlns:a16="http://schemas.microsoft.com/office/drawing/2014/main" id="{12EF8ABA-27C6-994A-A725-2D1F1E3C8DE4}"/>
              </a:ext>
            </a:extLst>
          </p:cNvPr>
          <p:cNvSpPr>
            <a:spLocks noGrp="1"/>
          </p:cNvSpPr>
          <p:nvPr>
            <p:ph type="chart" sz="quarter" idx="33" hasCustomPrompt="1"/>
          </p:nvPr>
        </p:nvSpPr>
        <p:spPr>
          <a:xfrm>
            <a:off x="6330181" y="1714500"/>
            <a:ext cx="2590848" cy="22917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CHART HERE</a:t>
            </a:r>
          </a:p>
        </p:txBody>
      </p:sp>
      <p:sp>
        <p:nvSpPr>
          <p:cNvPr id="18" name="Chart Placeholder 6">
            <a:extLst>
              <a:ext uri="{FF2B5EF4-FFF2-40B4-BE49-F238E27FC236}">
                <a16:creationId xmlns:a16="http://schemas.microsoft.com/office/drawing/2014/main" id="{8439C5E2-126A-564E-A99D-172D1FA225D3}"/>
              </a:ext>
            </a:extLst>
          </p:cNvPr>
          <p:cNvSpPr>
            <a:spLocks noGrp="1"/>
          </p:cNvSpPr>
          <p:nvPr>
            <p:ph type="chart" sz="quarter" idx="35" hasCustomPrompt="1"/>
          </p:nvPr>
        </p:nvSpPr>
        <p:spPr>
          <a:xfrm>
            <a:off x="9381890" y="1711296"/>
            <a:ext cx="2595065" cy="22917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CHART HERE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FA3F480-FA67-2844-910B-8F8B94D6A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C0C82F-EBCB-1845-9AE0-442714C90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104394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5" name="Text Placeholder 57">
            <a:extLst>
              <a:ext uri="{FF2B5EF4-FFF2-40B4-BE49-F238E27FC236}">
                <a16:creationId xmlns:a16="http://schemas.microsoft.com/office/drawing/2014/main" id="{77AF6F60-273D-034D-9770-DBBC2D3B40D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5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4F34E55-2528-0F47-9D93-3D0A7C381B9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8600" y="41219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168B7E4F-0121-0F47-B328-04659EC7D47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41219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D12D380E-4278-7745-84E6-86D45BE79C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41219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2294AAB9-98B9-D34E-9669-E3C6FD13AEC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41219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631A8C-2D91-F1F7-7837-EC8EEDD90B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37237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Icons Collag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D533621A-3B50-3E49-95CE-6E76D52402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001" y="1"/>
            <a:ext cx="3039908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EAA83C25-A7D5-C44E-BC03-EABD420FC3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28602" y="1453572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1C3320EC-C702-784B-966E-56589D005226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276601" y="1488209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4404D43E-76A6-4948-9A3B-149BCDDC8C7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324600" y="1485900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72FB2A4E-1B5D-FF46-A012-D1DF01E2470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28602" y="3693062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B0DC0B18-D14B-A540-91A5-DB1C9ED122B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276601" y="3727699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CD67EB63-28F4-E040-9A84-8011CD7C8FE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324600" y="3725390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1FBCF938-EB1F-E842-88D8-795586C11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B96B7D0F-251B-FD43-BCB7-CB20958C0B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86868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7" name="Text Placeholder 57">
            <a:extLst>
              <a:ext uri="{FF2B5EF4-FFF2-40B4-BE49-F238E27FC236}">
                <a16:creationId xmlns:a16="http://schemas.microsoft.com/office/drawing/2014/main" id="{84B35694-6A50-2E4B-A859-D0BD696C808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868727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37F4BA20-7EA4-D548-8BDD-288F2CD56CA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8602" y="2298081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49F3F735-7447-7F4C-9666-191D8DB32F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76601" y="2332718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09D859B-5629-A343-B124-724E2D22216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4600" y="2330409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tabLst/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F79B734D-A981-F249-B5AD-DD37EA9B21F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8602" y="4533506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519CFCA-B445-8D46-AEAE-3AF6051D729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276601" y="4568143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60FF828-F1B0-E946-9A7C-82E0A6FCCE4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24600" y="4565834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0CD906-D759-AD4D-84A1-E50432019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46815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3 Rows + Number Icons Cloud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37381A-FB30-D746-B9AF-A57A9F25DEA9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096000" y="0"/>
            <a:ext cx="6096000" cy="685323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E6E9ED7-CE8B-DA48-86F3-1D34203D4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F5C11761-C1D0-FD45-AC79-71641D4D5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104394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9" name="Text Placeholder 57">
            <a:extLst>
              <a:ext uri="{FF2B5EF4-FFF2-40B4-BE49-F238E27FC236}">
                <a16:creationId xmlns:a16="http://schemas.microsoft.com/office/drawing/2014/main" id="{DDDEE1BD-C0BD-D34A-98F1-DFA5B7561B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10439965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31BCF95-4828-C34E-A775-48934DDA85D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997069" y="1570594"/>
            <a:ext cx="3875726" cy="1073547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11C685EA-27B7-5943-AD52-5E9D250433B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991674" y="3295366"/>
            <a:ext cx="3875726" cy="1073547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DC45F44-6CD8-7B49-A629-42720605F70A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228600" y="1553062"/>
            <a:ext cx="1536700" cy="1100342"/>
          </a:xfrm>
          <a:noFill/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FF462D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BBA7945-0BE1-214C-B256-608506718208}"/>
              </a:ext>
            </a:extLst>
          </p:cNvPr>
          <p:cNvSpPr>
            <a:spLocks noGrp="1"/>
          </p:cNvSpPr>
          <p:nvPr>
            <p:ph sz="quarter" idx="56" hasCustomPrompt="1"/>
          </p:nvPr>
        </p:nvSpPr>
        <p:spPr>
          <a:xfrm>
            <a:off x="228600" y="3268571"/>
            <a:ext cx="1536700" cy="1100342"/>
          </a:xfrm>
          <a:noFill/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FF462D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DB46209-9729-4840-B4ED-8C84D053EFC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991674" y="5035153"/>
            <a:ext cx="3875726" cy="1073547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28650" indent="-163513">
              <a:tabLst/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423BFE5-BAFD-CA41-A643-BCE6075A4485}"/>
              </a:ext>
            </a:extLst>
          </p:cNvPr>
          <p:cNvSpPr>
            <a:spLocks noGrp="1"/>
          </p:cNvSpPr>
          <p:nvPr>
            <p:ph sz="quarter" idx="58" hasCustomPrompt="1"/>
          </p:nvPr>
        </p:nvSpPr>
        <p:spPr>
          <a:xfrm>
            <a:off x="228600" y="5008358"/>
            <a:ext cx="1536700" cy="1100342"/>
          </a:xfrm>
          <a:noFill/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FF462D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2AD82E-B149-723E-0AF7-6B9D1D4305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77305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Icons List 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EAA83C25-A7D5-C44E-BC03-EABD420FC3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275642" y="1457036"/>
            <a:ext cx="912044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1C3320EC-C702-784B-966E-56589D005226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327091" y="1457036"/>
            <a:ext cx="91204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4404D43E-76A6-4948-9A3B-149BCDDC8C7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379614" y="1457036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72FB2A4E-1B5D-FF46-A012-D1DF01E2470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275642" y="3727596"/>
            <a:ext cx="912044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B0DC0B18-D14B-A540-91A5-DB1C9ED122B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327091" y="3727596"/>
            <a:ext cx="91204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CD67EB63-28F4-E040-9A84-8011CD7C8FE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379614" y="3727596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1FBCF938-EB1F-E842-88D8-795586C11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B96B7D0F-251B-FD43-BCB7-CB20958C0B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25908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37F4BA20-7EA4-D548-8BDD-288F2CD56CA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276599" y="2292309"/>
            <a:ext cx="2594641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49F3F735-7447-7F4C-9666-191D8DB32F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24600" y="2292309"/>
            <a:ext cx="2594641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09D859B-5629-A343-B124-724E2D22216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379614" y="2292309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F79B734D-A981-F249-B5AD-DD37EA9B21F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76599" y="4565834"/>
            <a:ext cx="2594641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519CFCA-B445-8D46-AEAE-3AF6051D729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24600" y="4565834"/>
            <a:ext cx="2594641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60FF828-F1B0-E946-9A7C-82E0A6FCCE4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379614" y="4565834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84707C-DD76-403C-8AF4-6C761F23CD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7598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icons number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1FBCF938-EB1F-E842-88D8-795586C11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B96B7D0F-251B-FD43-BCB7-CB20958C0B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7" name="Text Placeholder 57">
            <a:extLst>
              <a:ext uri="{FF2B5EF4-FFF2-40B4-BE49-F238E27FC236}">
                <a16:creationId xmlns:a16="http://schemas.microsoft.com/office/drawing/2014/main" id="{84B35694-6A50-2E4B-A859-D0BD696C808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37F4BA20-7EA4-D548-8BDD-288F2CD56CA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276600" y="1338688"/>
            <a:ext cx="2590800" cy="4681111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49F3F735-7447-7F4C-9666-191D8DB32F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26520" y="1338688"/>
            <a:ext cx="2590800" cy="4681111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09D859B-5629-A343-B124-724E2D22216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372600" y="1338688"/>
            <a:ext cx="2590800" cy="4681111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CEB27A4-334A-A14E-ABCB-FF0FE4C45437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3276599" y="306073"/>
            <a:ext cx="2590799" cy="593087"/>
          </a:xfrm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042315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4DC4447-B143-E64A-B37F-4CA9ECB1087D}"/>
              </a:ext>
            </a:extLst>
          </p:cNvPr>
          <p:cNvSpPr>
            <a:spLocks noGrp="1"/>
          </p:cNvSpPr>
          <p:nvPr>
            <p:ph sz="quarter" idx="55" hasCustomPrompt="1"/>
          </p:nvPr>
        </p:nvSpPr>
        <p:spPr>
          <a:xfrm>
            <a:off x="6326520" y="306073"/>
            <a:ext cx="2590799" cy="593087"/>
          </a:xfrm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042315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E40A1C0-99AC-9E4D-A44D-319D057C0A41}"/>
              </a:ext>
            </a:extLst>
          </p:cNvPr>
          <p:cNvSpPr>
            <a:spLocks noGrp="1"/>
          </p:cNvSpPr>
          <p:nvPr>
            <p:ph sz="quarter" idx="56" hasCustomPrompt="1"/>
          </p:nvPr>
        </p:nvSpPr>
        <p:spPr>
          <a:xfrm>
            <a:off x="9369073" y="306073"/>
            <a:ext cx="2590799" cy="593087"/>
          </a:xfrm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042315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2C66027-8C58-2E48-AF9C-F509505FA3B3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276600" y="1039283"/>
            <a:ext cx="2590800" cy="299406"/>
          </a:xfrm>
        </p:spPr>
        <p:txBody>
          <a:bodyPr/>
          <a:lstStyle>
            <a:lvl1pPr marL="0" indent="0">
              <a:buNone/>
              <a:defRPr sz="1400" b="1">
                <a:solidFill>
                  <a:srgbClr val="FF462D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CC59EC9-E651-6C4B-B488-6E5FFEAB7E5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326520" y="1039283"/>
            <a:ext cx="2590800" cy="299406"/>
          </a:xfrm>
        </p:spPr>
        <p:txBody>
          <a:bodyPr/>
          <a:lstStyle>
            <a:lvl1pPr marL="0" indent="0">
              <a:buNone/>
              <a:defRPr sz="1400" b="1">
                <a:solidFill>
                  <a:srgbClr val="FF462D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E24D388-4045-7548-AF64-526E9A4406E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73643" y="1039283"/>
            <a:ext cx="2590800" cy="299406"/>
          </a:xfrm>
        </p:spPr>
        <p:txBody>
          <a:bodyPr/>
          <a:lstStyle>
            <a:lvl1pPr marL="0" indent="0">
              <a:buNone/>
              <a:defRPr sz="1400" b="1">
                <a:solidFill>
                  <a:srgbClr val="FF462D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Subheading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B4BC5-C2BB-A3DC-A6B8-3F56E075E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07672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B3700A0-29DE-834A-B6C2-E3D4696E5DD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28600" y="1714500"/>
            <a:ext cx="2590798" cy="26241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FB033EB2-943A-4B45-BCB7-8F690C8C2FA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76603" y="1714500"/>
            <a:ext cx="2590792" cy="26241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0A8E385F-9F3A-F34C-B402-8E3D0FAF651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324598" y="1714570"/>
            <a:ext cx="2590798" cy="26241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F3F9DA77-6808-2944-8C0A-444E071E459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372600" y="1714500"/>
            <a:ext cx="2590798" cy="26241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6" name="Text Placeholder 57">
            <a:extLst>
              <a:ext uri="{FF2B5EF4-FFF2-40B4-BE49-F238E27FC236}">
                <a16:creationId xmlns:a16="http://schemas.microsoft.com/office/drawing/2014/main" id="{B2B820F6-126F-8149-B82A-8DD59FF7452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600" y="4497479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6ABDDB77-D01D-2D45-AB6A-133D17B19C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8600" y="4822803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18" name="Text Placeholder 57">
            <a:extLst>
              <a:ext uri="{FF2B5EF4-FFF2-40B4-BE49-F238E27FC236}">
                <a16:creationId xmlns:a16="http://schemas.microsoft.com/office/drawing/2014/main" id="{FF1B4342-A191-6046-A5F0-BFF28F19A6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76603" y="4497479"/>
            <a:ext cx="2590792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19" name="Text Placeholder 57">
            <a:extLst>
              <a:ext uri="{FF2B5EF4-FFF2-40B4-BE49-F238E27FC236}">
                <a16:creationId xmlns:a16="http://schemas.microsoft.com/office/drawing/2014/main" id="{B1600CC4-0E13-0843-97B2-BA2085875C3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76603" y="4822803"/>
            <a:ext cx="2590792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5E8E0B01-55EB-4048-BB54-664B94BD7B1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24598" y="4497549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21" name="Text Placeholder 57">
            <a:extLst>
              <a:ext uri="{FF2B5EF4-FFF2-40B4-BE49-F238E27FC236}">
                <a16:creationId xmlns:a16="http://schemas.microsoft.com/office/drawing/2014/main" id="{BC7BECD0-75FF-3042-BDE3-94019E61C03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24598" y="4822873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8A6F00F2-D50A-574E-A221-C293AC5D8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72600" y="4497479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23" name="Text Placeholder 57">
            <a:extLst>
              <a:ext uri="{FF2B5EF4-FFF2-40B4-BE49-F238E27FC236}">
                <a16:creationId xmlns:a16="http://schemas.microsoft.com/office/drawing/2014/main" id="{E8139806-FAC2-774B-8754-D3B9129FDC3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372600" y="4822803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0B36663A-F467-DB43-B684-1727EE9E4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7D3CF3FA-A4EE-3A4E-94C5-46B3773C1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2" name="Text Placeholder 57">
            <a:extLst>
              <a:ext uri="{FF2B5EF4-FFF2-40B4-BE49-F238E27FC236}">
                <a16:creationId xmlns:a16="http://schemas.microsoft.com/office/drawing/2014/main" id="{9BC898E2-BCBF-4446-BABF-861D604C679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3A9CA1-74CC-30CE-3AC1-58A03188B4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5281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-8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B3700A0-29DE-834A-B6C2-E3D4696E5DD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33819" y="1714499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FB033EB2-943A-4B45-BCB7-8F690C8C2FA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819400" y="17145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0A8E385F-9F3A-F34C-B402-8E3D0FAF651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575437" y="17145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F3F9DA77-6808-2944-8C0A-444E071E459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627572" y="17145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16" name="Text Placeholder 57">
            <a:extLst>
              <a:ext uri="{FF2B5EF4-FFF2-40B4-BE49-F238E27FC236}">
                <a16:creationId xmlns:a16="http://schemas.microsoft.com/office/drawing/2014/main" id="{B2B820F6-126F-8149-B82A-8DD59FF7452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3820" y="3395323"/>
            <a:ext cx="1512000" cy="27717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6ABDDB77-D01D-2D45-AB6A-133D17B19C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33820" y="3734391"/>
            <a:ext cx="1512000" cy="23238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18" name="Text Placeholder 57">
            <a:extLst>
              <a:ext uri="{FF2B5EF4-FFF2-40B4-BE49-F238E27FC236}">
                <a16:creationId xmlns:a16="http://schemas.microsoft.com/office/drawing/2014/main" id="{FF1B4342-A191-6046-A5F0-BFF28F19A6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819413" y="33953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19" name="Text Placeholder 57">
            <a:extLst>
              <a:ext uri="{FF2B5EF4-FFF2-40B4-BE49-F238E27FC236}">
                <a16:creationId xmlns:a16="http://schemas.microsoft.com/office/drawing/2014/main" id="{B1600CC4-0E13-0843-97B2-BA2085875C3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19413" y="36896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5E8E0B01-55EB-4048-BB54-664B94BD7B1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75438" y="33953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21" name="Text Placeholder 57">
            <a:extLst>
              <a:ext uri="{FF2B5EF4-FFF2-40B4-BE49-F238E27FC236}">
                <a16:creationId xmlns:a16="http://schemas.microsoft.com/office/drawing/2014/main" id="{BC7BECD0-75FF-3042-BDE3-94019E61C03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5438" y="36896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8A6F00F2-D50A-574E-A221-C293AC5D8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27560" y="33953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23" name="Text Placeholder 57">
            <a:extLst>
              <a:ext uri="{FF2B5EF4-FFF2-40B4-BE49-F238E27FC236}">
                <a16:creationId xmlns:a16="http://schemas.microsoft.com/office/drawing/2014/main" id="{E8139806-FAC2-774B-8754-D3B9129FDC3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27560" y="36896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48" name="Picture Placeholder 5">
            <a:extLst>
              <a:ext uri="{FF2B5EF4-FFF2-40B4-BE49-F238E27FC236}">
                <a16:creationId xmlns:a16="http://schemas.microsoft.com/office/drawing/2014/main" id="{6A8C7DF1-F337-EC49-B05B-13C6FB2E93A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368761" y="17145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49" name="Text Placeholder 57">
            <a:extLst>
              <a:ext uri="{FF2B5EF4-FFF2-40B4-BE49-F238E27FC236}">
                <a16:creationId xmlns:a16="http://schemas.microsoft.com/office/drawing/2014/main" id="{72914EC1-F551-494C-AB2B-F015EEF053C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368775" y="33953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50" name="Text Placeholder 57">
            <a:extLst>
              <a:ext uri="{FF2B5EF4-FFF2-40B4-BE49-F238E27FC236}">
                <a16:creationId xmlns:a16="http://schemas.microsoft.com/office/drawing/2014/main" id="{CCFFABBE-6F7E-E64A-9FA8-9B23B70A1D7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368775" y="36896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51" name="Picture Placeholder 5">
            <a:extLst>
              <a:ext uri="{FF2B5EF4-FFF2-40B4-BE49-F238E27FC236}">
                <a16:creationId xmlns:a16="http://schemas.microsoft.com/office/drawing/2014/main" id="{EC564B29-DBC8-B145-A90E-D7D31E17F1A4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819400" y="42672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52" name="Picture Placeholder 5">
            <a:extLst>
              <a:ext uri="{FF2B5EF4-FFF2-40B4-BE49-F238E27FC236}">
                <a16:creationId xmlns:a16="http://schemas.microsoft.com/office/drawing/2014/main" id="{5CBBEB45-0860-9C48-AAFB-DA5D97E359D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572000" y="42672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53" name="Picture Placeholder 5">
            <a:extLst>
              <a:ext uri="{FF2B5EF4-FFF2-40B4-BE49-F238E27FC236}">
                <a16:creationId xmlns:a16="http://schemas.microsoft.com/office/drawing/2014/main" id="{5E3A23D0-9830-8048-8B42-F3CA60156086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619999" y="42672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54" name="Text Placeholder 57">
            <a:extLst>
              <a:ext uri="{FF2B5EF4-FFF2-40B4-BE49-F238E27FC236}">
                <a16:creationId xmlns:a16="http://schemas.microsoft.com/office/drawing/2014/main" id="{76ACB4EF-278F-E541-939B-B6B3CC5C4B5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15987" y="59480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55" name="Text Placeholder 57">
            <a:extLst>
              <a:ext uri="{FF2B5EF4-FFF2-40B4-BE49-F238E27FC236}">
                <a16:creationId xmlns:a16="http://schemas.microsoft.com/office/drawing/2014/main" id="{CE0EAFE2-1B77-834B-80F8-5BFA0E7621A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815987" y="62423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56" name="Text Placeholder 57">
            <a:extLst>
              <a:ext uri="{FF2B5EF4-FFF2-40B4-BE49-F238E27FC236}">
                <a16:creationId xmlns:a16="http://schemas.microsoft.com/office/drawing/2014/main" id="{CF17D70D-4BB0-4347-B562-FFF0B31BD3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59480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57" name="Text Placeholder 57">
            <a:extLst>
              <a:ext uri="{FF2B5EF4-FFF2-40B4-BE49-F238E27FC236}">
                <a16:creationId xmlns:a16="http://schemas.microsoft.com/office/drawing/2014/main" id="{1D4F9C0D-1795-924F-8193-D71FF118474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572000" y="62423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71A7BF9A-B896-0448-889A-ADCA45DC590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20013" y="59480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C61426B2-4DDC-E948-AB1D-24296D6D19E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620013" y="62423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A9BC06C-D2E7-6D48-8415-2205C0DC8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26779BA8-C97F-874A-8BBE-7ACBBB2682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8" name="Text Placeholder 57">
            <a:extLst>
              <a:ext uri="{FF2B5EF4-FFF2-40B4-BE49-F238E27FC236}">
                <a16:creationId xmlns:a16="http://schemas.microsoft.com/office/drawing/2014/main" id="{9B4AF5FC-3E30-3C49-AFCF-90344C8AAF7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C216E6-B03C-D559-A95A-7195EB2DD9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21321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F542D8-F4D5-2F4C-AA85-3E9B98B22018}"/>
              </a:ext>
            </a:extLst>
          </p:cNvPr>
          <p:cNvSpPr/>
          <p:nvPr userDrawn="1"/>
        </p:nvSpPr>
        <p:spPr>
          <a:xfrm>
            <a:off x="0" y="2373330"/>
            <a:ext cx="12192000" cy="45067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7FFDD16-D6AF-F546-AFFB-F1DFB952EE6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8600" y="1580455"/>
            <a:ext cx="5638800" cy="4796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consequent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9A1B2B-D46E-AA4D-9668-3E8D9A2A0138}"/>
              </a:ext>
            </a:extLst>
          </p:cNvPr>
          <p:cNvCxnSpPr>
            <a:cxnSpLocks/>
          </p:cNvCxnSpPr>
          <p:nvPr userDrawn="1"/>
        </p:nvCxnSpPr>
        <p:spPr>
          <a:xfrm>
            <a:off x="371475" y="4238090"/>
            <a:ext cx="11423256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A4D290C-BEF9-874F-8BBF-1DDB874CC3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4306" y="4562153"/>
            <a:ext cx="1285694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9E3CBA1F-D75D-DD44-9FC9-83187D25CF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7990" y="4567814"/>
            <a:ext cx="1214111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DB25DF3-BBB5-1641-9E31-8ABDBD451F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72475" y="2944525"/>
            <a:ext cx="1299289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9FC6793A-E990-1242-BCCE-2EF1D5D853D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72599" y="2944525"/>
            <a:ext cx="1303205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9CCE9A66-E750-8148-9DDB-9D91DE72E2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7990" y="3299800"/>
            <a:ext cx="1214111" cy="513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2018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C3FE4973-4952-3349-805B-3FA1455D48B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4306" y="3299800"/>
            <a:ext cx="1285694" cy="513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2020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2EC41A7F-860C-CC4C-B213-895AA10E454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72475" y="4562154"/>
            <a:ext cx="1299525" cy="45163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2019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EAC04860-BBA9-2A4B-AC04-7428C5D389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72600" y="4562153"/>
            <a:ext cx="1295400" cy="45163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2021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1245DC1-45B0-8541-930E-EFEA19590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DCF0456-889B-074D-AE66-E88CFF94C6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104394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4" name="Text Placeholder 57">
            <a:extLst>
              <a:ext uri="{FF2B5EF4-FFF2-40B4-BE49-F238E27FC236}">
                <a16:creationId xmlns:a16="http://schemas.microsoft.com/office/drawing/2014/main" id="{0544D3FE-C889-BD43-88F4-BC1179588CF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8BF525-2ADC-D5DB-87CE-06155E6A47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27272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F542D8-F4D5-2F4C-AA85-3E9B98B22018}"/>
              </a:ext>
            </a:extLst>
          </p:cNvPr>
          <p:cNvSpPr/>
          <p:nvPr userDrawn="1"/>
        </p:nvSpPr>
        <p:spPr>
          <a:xfrm>
            <a:off x="0" y="2373330"/>
            <a:ext cx="12192000" cy="4506786"/>
          </a:xfrm>
          <a:prstGeom prst="rect">
            <a:avLst/>
          </a:prstGeom>
          <a:solidFill>
            <a:srgbClr val="DD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9A1B2B-D46E-AA4D-9668-3E8D9A2A0138}"/>
              </a:ext>
            </a:extLst>
          </p:cNvPr>
          <p:cNvCxnSpPr>
            <a:cxnSpLocks/>
          </p:cNvCxnSpPr>
          <p:nvPr userDrawn="1"/>
        </p:nvCxnSpPr>
        <p:spPr>
          <a:xfrm>
            <a:off x="371475" y="4238090"/>
            <a:ext cx="11423256" cy="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F4F25738-2311-D740-B2C6-BE1CD071D2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4306" y="4562153"/>
            <a:ext cx="1285694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71554AD8-46DA-5949-B9F4-86A6FE74E82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7990" y="4567814"/>
            <a:ext cx="1214111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56EA88FE-AAA6-7A4A-AD45-A304903C515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76600" y="2944525"/>
            <a:ext cx="1295164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4893F28-3E47-1B42-A0F2-3648AC28941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72600" y="2944525"/>
            <a:ext cx="1285694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6468B048-C31D-8A43-A3B0-2F05CB6A5B2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7990" y="3299800"/>
            <a:ext cx="1214111" cy="513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2018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9BD5E972-A66C-A44A-8BAE-6B3DB96BA0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4306" y="3299800"/>
            <a:ext cx="1285694" cy="513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2020</a:t>
            </a: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C9A96D1D-4DDD-8A4B-BFAA-3FF018F03F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76600" y="4562154"/>
            <a:ext cx="1295164" cy="45163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2019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EA54360F-73BE-6146-B6A8-15F19C594CE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72600" y="4562153"/>
            <a:ext cx="1295400" cy="45163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2021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5731E03-0FB6-594C-B3AD-74A73B9749D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8600" y="1580455"/>
            <a:ext cx="5638800" cy="4796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consequent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6FA4843-5EA9-2646-9CAC-172DC0B16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64B8027C-5EF9-7C4A-9B0D-1B079AE62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7" name="Text Placeholder 57">
            <a:extLst>
              <a:ext uri="{FF2B5EF4-FFF2-40B4-BE49-F238E27FC236}">
                <a16:creationId xmlns:a16="http://schemas.microsoft.com/office/drawing/2014/main" id="{1BF9AC26-FC9D-8545-A80A-3449AE4BDBD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47B53-2659-6F68-6336-16D1D539E8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0409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3 Data Series (Right)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C938A9-452C-1549-BE20-0A5AA1D7F600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968EB040-BF86-1A41-8C69-5DED5E27CDE2}"/>
              </a:ext>
            </a:extLst>
          </p:cNvPr>
          <p:cNvSpPr>
            <a:spLocks noGrp="1"/>
          </p:cNvSpPr>
          <p:nvPr>
            <p:ph type="chart" sz="quarter" idx="29" hasCustomPrompt="1"/>
          </p:nvPr>
        </p:nvSpPr>
        <p:spPr>
          <a:xfrm>
            <a:off x="9381035" y="343425"/>
            <a:ext cx="2590800" cy="1627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43FB1247-FEB8-FD44-8B83-7FE927AF1171}"/>
              </a:ext>
            </a:extLst>
          </p:cNvPr>
          <p:cNvSpPr>
            <a:spLocks noGrp="1"/>
          </p:cNvSpPr>
          <p:nvPr>
            <p:ph type="chart" sz="quarter" idx="30" hasCustomPrompt="1"/>
          </p:nvPr>
        </p:nvSpPr>
        <p:spPr>
          <a:xfrm>
            <a:off x="9372600" y="2490724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19" name="Chart Placeholder 16">
            <a:extLst>
              <a:ext uri="{FF2B5EF4-FFF2-40B4-BE49-F238E27FC236}">
                <a16:creationId xmlns:a16="http://schemas.microsoft.com/office/drawing/2014/main" id="{4AE38E9C-5D6C-C948-B3A6-E27F18CF72CF}"/>
              </a:ext>
            </a:extLst>
          </p:cNvPr>
          <p:cNvSpPr>
            <a:spLocks noGrp="1"/>
          </p:cNvSpPr>
          <p:nvPr>
            <p:ph type="chart" sz="quarter" idx="31" hasCustomPrompt="1"/>
          </p:nvPr>
        </p:nvSpPr>
        <p:spPr>
          <a:xfrm>
            <a:off x="9372601" y="4638023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1E43EDBF-C7F2-D34C-9A7D-2CB4701F2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10928" y="2490724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074238C-8160-2049-9CB5-36B4F32B666E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610928" y="4638023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BA20546B-74D7-664A-AEC5-81567BA99A6D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610928" y="343425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C7F5C8C4-19DE-3741-811C-580DA268552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10928" y="1256199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EFF18462-2306-9A4F-AA43-F1AF90986DE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10928" y="3424046"/>
            <a:ext cx="1924521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F6ABDC22-19AC-AE45-9A2A-DF2146AE0CC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10928" y="5571345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62E7A7F0-3DA6-7544-8D17-6D264BC7A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C6E41A1-9410-294A-9B62-24ED3286BA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5706"/>
            <a:ext cx="4343400" cy="114729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 as a caption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98A5121F-BAA4-6F4A-84C2-849E6A9D7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1" name="Text Placeholder 57">
            <a:extLst>
              <a:ext uri="{FF2B5EF4-FFF2-40B4-BE49-F238E27FC236}">
                <a16:creationId xmlns:a16="http://schemas.microsoft.com/office/drawing/2014/main" id="{47EF89B8-95D8-6540-9368-4EFED80D527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6B5337DD-68B3-1441-805E-A5E5D14B595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8600" y="3277126"/>
            <a:ext cx="4343164" cy="274267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689206-3542-CB8B-AEBE-A0DEB1920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6156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3 Data Series (Right)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C938A9-452C-1549-BE20-0A5AA1D7F600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DD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0EE8F709-F96A-174E-8BD3-B90D583D96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0130" y="2490724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2F775E0D-BE32-DC44-A8AF-F3BFCA8B5CAD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560130" y="4638023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1B052F5E-4798-9045-911D-7DAF79460AC8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560130" y="343425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AD0D975F-B435-184D-BBBA-DD4B4F13A2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60130" y="1256199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64B03BB7-5EDC-A24B-AB82-587FC884975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60130" y="3424046"/>
            <a:ext cx="1924521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9D739BD5-61A3-4B4A-BAF0-2302FCB9925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60130" y="5571345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548677B-61C8-1A4D-8C33-2719039799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5706"/>
            <a:ext cx="4343400" cy="114729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 as a caption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23C7BE69-7B56-B043-8F79-03D68ACFE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82E6AB1-3AD0-734E-BB66-52D31474D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7" name="Text Placeholder 57">
            <a:extLst>
              <a:ext uri="{FF2B5EF4-FFF2-40B4-BE49-F238E27FC236}">
                <a16:creationId xmlns:a16="http://schemas.microsoft.com/office/drawing/2014/main" id="{764D90E9-CF3D-D545-B3AF-220D056ACE5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15B666A-1C2F-A545-A6BA-B8A519DE182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8600" y="3277126"/>
            <a:ext cx="4343164" cy="274267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3A0BBCBA-C8E1-4AB5-A9BB-F058E066BFF0}"/>
              </a:ext>
            </a:extLst>
          </p:cNvPr>
          <p:cNvSpPr>
            <a:spLocks noGrp="1"/>
          </p:cNvSpPr>
          <p:nvPr>
            <p:ph type="chart" sz="quarter" idx="29" hasCustomPrompt="1"/>
          </p:nvPr>
        </p:nvSpPr>
        <p:spPr>
          <a:xfrm>
            <a:off x="9381035" y="343425"/>
            <a:ext cx="2590800" cy="1627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19" name="Chart Placeholder 16">
            <a:extLst>
              <a:ext uri="{FF2B5EF4-FFF2-40B4-BE49-F238E27FC236}">
                <a16:creationId xmlns:a16="http://schemas.microsoft.com/office/drawing/2014/main" id="{72D911F8-A9E0-48DA-996A-E5B9C4937BDE}"/>
              </a:ext>
            </a:extLst>
          </p:cNvPr>
          <p:cNvSpPr>
            <a:spLocks noGrp="1"/>
          </p:cNvSpPr>
          <p:nvPr>
            <p:ph type="chart" sz="quarter" idx="30" hasCustomPrompt="1"/>
          </p:nvPr>
        </p:nvSpPr>
        <p:spPr>
          <a:xfrm>
            <a:off x="9372600" y="2490724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21" name="Chart Placeholder 16">
            <a:extLst>
              <a:ext uri="{FF2B5EF4-FFF2-40B4-BE49-F238E27FC236}">
                <a16:creationId xmlns:a16="http://schemas.microsoft.com/office/drawing/2014/main" id="{45F1F91B-EA51-422E-BFBC-19578BC3CD23}"/>
              </a:ext>
            </a:extLst>
          </p:cNvPr>
          <p:cNvSpPr>
            <a:spLocks noGrp="1"/>
          </p:cNvSpPr>
          <p:nvPr>
            <p:ph type="chart" sz="quarter" idx="31" hasCustomPrompt="1"/>
          </p:nvPr>
        </p:nvSpPr>
        <p:spPr>
          <a:xfrm>
            <a:off x="9372601" y="4638023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F6B938-8518-BCEA-57A7-EA25437D3B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0718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 3 Data Series (Right)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C938A9-452C-1549-BE20-0A5AA1D7F600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297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solidFill>
                <a:srgbClr val="29707A"/>
              </a:solidFill>
              <a:latin typeface="TWK Everett" panose="020B0204000000000000" pitchFamily="34" charset="77"/>
            </a:endParaRP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0EE8F709-F96A-174E-8BD3-B90D583D96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0130" y="2490724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4CDD84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2F775E0D-BE32-DC44-A8AF-F3BFCA8B5CAD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560130" y="4638023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4CDD84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1B052F5E-4798-9045-911D-7DAF79460AC8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560130" y="343425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4CDD84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AD0D975F-B435-184D-BBBA-DD4B4F13A2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60130" y="1256199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64B03BB7-5EDC-A24B-AB82-587FC884975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60130" y="3424046"/>
            <a:ext cx="1924521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9D739BD5-61A3-4B4A-BAF0-2302FCB9925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60130" y="5571345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548677B-61C8-1A4D-8C33-2719039799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5706"/>
            <a:ext cx="4343400" cy="114729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 as a caption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23C7BE69-7B56-B043-8F79-03D68ACFE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82E6AB1-3AD0-734E-BB66-52D31474D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562963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7" name="Text Placeholder 57">
            <a:extLst>
              <a:ext uri="{FF2B5EF4-FFF2-40B4-BE49-F238E27FC236}">
                <a16:creationId xmlns:a16="http://schemas.microsoft.com/office/drawing/2014/main" id="{764D90E9-CF3D-D545-B3AF-220D056ACE5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562994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15B666A-1C2F-A545-A6BA-B8A519DE182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8600" y="3277126"/>
            <a:ext cx="4343164" cy="274267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3A0BBCBA-C8E1-4AB5-A9BB-F058E066BFF0}"/>
              </a:ext>
            </a:extLst>
          </p:cNvPr>
          <p:cNvSpPr>
            <a:spLocks noGrp="1"/>
          </p:cNvSpPr>
          <p:nvPr>
            <p:ph type="chart" sz="quarter" idx="29" hasCustomPrompt="1"/>
          </p:nvPr>
        </p:nvSpPr>
        <p:spPr>
          <a:xfrm>
            <a:off x="9381035" y="343425"/>
            <a:ext cx="2590800" cy="1627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19" name="Chart Placeholder 16">
            <a:extLst>
              <a:ext uri="{FF2B5EF4-FFF2-40B4-BE49-F238E27FC236}">
                <a16:creationId xmlns:a16="http://schemas.microsoft.com/office/drawing/2014/main" id="{72D911F8-A9E0-48DA-996A-E5B9C4937BDE}"/>
              </a:ext>
            </a:extLst>
          </p:cNvPr>
          <p:cNvSpPr>
            <a:spLocks noGrp="1"/>
          </p:cNvSpPr>
          <p:nvPr>
            <p:ph type="chart" sz="quarter" idx="30" hasCustomPrompt="1"/>
          </p:nvPr>
        </p:nvSpPr>
        <p:spPr>
          <a:xfrm>
            <a:off x="9372600" y="2490724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21" name="Chart Placeholder 16">
            <a:extLst>
              <a:ext uri="{FF2B5EF4-FFF2-40B4-BE49-F238E27FC236}">
                <a16:creationId xmlns:a16="http://schemas.microsoft.com/office/drawing/2014/main" id="{45F1F91B-EA51-422E-BFBC-19578BC3CD23}"/>
              </a:ext>
            </a:extLst>
          </p:cNvPr>
          <p:cNvSpPr>
            <a:spLocks noGrp="1"/>
          </p:cNvSpPr>
          <p:nvPr>
            <p:ph type="chart" sz="quarter" idx="31" hasCustomPrompt="1"/>
          </p:nvPr>
        </p:nvSpPr>
        <p:spPr>
          <a:xfrm>
            <a:off x="9372601" y="4638023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9B9204-7844-CB19-321D-8A41969E4C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5246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AC864F3C-846C-6846-B894-6D6BE496A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5E4086F1-8F3D-CC49-AD6A-981B2DD76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523D2605-98E1-C540-A3BC-8F13295F1D1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61" name="Table Placeholder 2">
            <a:extLst>
              <a:ext uri="{FF2B5EF4-FFF2-40B4-BE49-F238E27FC236}">
                <a16:creationId xmlns:a16="http://schemas.microsoft.com/office/drawing/2014/main" id="{335387C9-B540-7242-96C0-2C325DE4E29E}"/>
              </a:ext>
            </a:extLst>
          </p:cNvPr>
          <p:cNvSpPr>
            <a:spLocks noGrp="1"/>
          </p:cNvSpPr>
          <p:nvPr>
            <p:ph type="tbl" sz="quarter" idx="56" hasCustomPrompt="1"/>
          </p:nvPr>
        </p:nvSpPr>
        <p:spPr>
          <a:xfrm>
            <a:off x="228434" y="1716860"/>
            <a:ext cx="5638966" cy="430294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TABLE HERE</a:t>
            </a:r>
          </a:p>
        </p:txBody>
      </p:sp>
      <p:sp>
        <p:nvSpPr>
          <p:cNvPr id="8" name="Table Placeholder 2">
            <a:extLst>
              <a:ext uri="{FF2B5EF4-FFF2-40B4-BE49-F238E27FC236}">
                <a16:creationId xmlns:a16="http://schemas.microsoft.com/office/drawing/2014/main" id="{D80F0705-A022-4045-8792-F7E7A9E212B3}"/>
              </a:ext>
            </a:extLst>
          </p:cNvPr>
          <p:cNvSpPr>
            <a:spLocks noGrp="1"/>
          </p:cNvSpPr>
          <p:nvPr>
            <p:ph type="tbl" sz="quarter" idx="57" hasCustomPrompt="1"/>
          </p:nvPr>
        </p:nvSpPr>
        <p:spPr>
          <a:xfrm>
            <a:off x="6337920" y="1716860"/>
            <a:ext cx="5638966" cy="430294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TABLE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62DC2C-C7F9-7BAD-EE4E-87743B8C9A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8710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ed List Spring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6899531-8154-F249-BFFD-54079D22589A}"/>
              </a:ext>
            </a:extLst>
          </p:cNvPr>
          <p:cNvSpPr/>
          <p:nvPr userDrawn="1"/>
        </p:nvSpPr>
        <p:spPr>
          <a:xfrm>
            <a:off x="3276600" y="0"/>
            <a:ext cx="89154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53" name="Slide Number Placeholder 5">
            <a:extLst>
              <a:ext uri="{FF2B5EF4-FFF2-40B4-BE49-F238E27FC236}">
                <a16:creationId xmlns:a16="http://schemas.microsoft.com/office/drawing/2014/main" id="{A8679A03-5236-3147-AA52-464328906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084226B9-DFD0-AC4C-9623-2ABBBDEF5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BB274BC4-8559-6840-8EED-14B31B56526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28600" y="714025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87CC35A-5913-DB48-89E7-73EDB3D06399}"/>
              </a:ext>
            </a:extLst>
          </p:cNvPr>
          <p:cNvSpPr>
            <a:spLocks noGrp="1"/>
          </p:cNvSpPr>
          <p:nvPr>
            <p:ph type="tbl" sz="quarter" idx="56" hasCustomPrompt="1"/>
          </p:nvPr>
        </p:nvSpPr>
        <p:spPr>
          <a:xfrm>
            <a:off x="4572000" y="876300"/>
            <a:ext cx="6096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TABLE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4CC989-DCDF-3410-61E0-2C1AEE3105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3960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ed List Clou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6899531-8154-F249-BFFD-54079D22589A}"/>
              </a:ext>
            </a:extLst>
          </p:cNvPr>
          <p:cNvSpPr/>
          <p:nvPr userDrawn="1"/>
        </p:nvSpPr>
        <p:spPr>
          <a:xfrm>
            <a:off x="3276600" y="0"/>
            <a:ext cx="8915400" cy="68580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AC864F3C-846C-6846-B894-6D6BE496A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5E4086F1-8F3D-CC49-AD6A-981B2DD76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523D2605-98E1-C540-A3BC-8F13295F1D1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28600" y="714025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61" name="Table Placeholder 2">
            <a:extLst>
              <a:ext uri="{FF2B5EF4-FFF2-40B4-BE49-F238E27FC236}">
                <a16:creationId xmlns:a16="http://schemas.microsoft.com/office/drawing/2014/main" id="{335387C9-B540-7242-96C0-2C325DE4E29E}"/>
              </a:ext>
            </a:extLst>
          </p:cNvPr>
          <p:cNvSpPr>
            <a:spLocks noGrp="1"/>
          </p:cNvSpPr>
          <p:nvPr>
            <p:ph type="tbl" sz="quarter" idx="56" hasCustomPrompt="1"/>
          </p:nvPr>
        </p:nvSpPr>
        <p:spPr>
          <a:xfrm>
            <a:off x="4572000" y="876300"/>
            <a:ext cx="6096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TABLE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EAF8CD-6730-3D0C-15B9-2962274E29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13790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ed Lis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6899531-8154-F249-BFFD-54079D22589A}"/>
              </a:ext>
            </a:extLst>
          </p:cNvPr>
          <p:cNvSpPr/>
          <p:nvPr userDrawn="1"/>
        </p:nvSpPr>
        <p:spPr>
          <a:xfrm>
            <a:off x="3276600" y="0"/>
            <a:ext cx="8915400" cy="6858000"/>
          </a:xfrm>
          <a:prstGeom prst="rect">
            <a:avLst/>
          </a:prstGeom>
          <a:solidFill>
            <a:srgbClr val="DD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A43F9380-EE94-6448-A41D-9DDBA8D4F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70FD612-8821-EE49-A0C5-77C6111FD9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3CF5CC65-92EA-304D-B5FD-87FA9451CC6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28600" y="714025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61" name="Table Placeholder 2">
            <a:extLst>
              <a:ext uri="{FF2B5EF4-FFF2-40B4-BE49-F238E27FC236}">
                <a16:creationId xmlns:a16="http://schemas.microsoft.com/office/drawing/2014/main" id="{5F5CE32C-8106-1248-8E7D-0220696468D6}"/>
              </a:ext>
            </a:extLst>
          </p:cNvPr>
          <p:cNvSpPr>
            <a:spLocks noGrp="1"/>
          </p:cNvSpPr>
          <p:nvPr>
            <p:ph type="tbl" sz="quarter" idx="56" hasCustomPrompt="1"/>
          </p:nvPr>
        </p:nvSpPr>
        <p:spPr>
          <a:xfrm>
            <a:off x="4572000" y="876300"/>
            <a:ext cx="6096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TABLE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DDD3D8-15BF-3C53-0687-61B874B41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27226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634F4663-0B4A-8447-9D6F-40CDA939E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743C99B3-5983-A74C-AE34-2CF10800CFFB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228600" y="1714500"/>
            <a:ext cx="11734800" cy="43053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TABLE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76F04F07-B6C3-D64A-A8EB-8BD4B1625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40" name="Text Placeholder 57">
            <a:extLst>
              <a:ext uri="{FF2B5EF4-FFF2-40B4-BE49-F238E27FC236}">
                <a16:creationId xmlns:a16="http://schemas.microsoft.com/office/drawing/2014/main" id="{7E2547DE-EE34-4E4C-847E-F8CEB783891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9DCC27-EFFF-EE3E-9898-3415D8007C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9732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cess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0A1A9D-031F-4331-825A-FD1C8B738EFD}"/>
              </a:ext>
            </a:extLst>
          </p:cNvPr>
          <p:cNvSpPr/>
          <p:nvPr userDrawn="1"/>
        </p:nvSpPr>
        <p:spPr>
          <a:xfrm>
            <a:off x="228600" y="1325418"/>
            <a:ext cx="2819400" cy="6191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07F6F4-9E55-4BC4-8704-1D382B6DD33C}"/>
              </a:ext>
            </a:extLst>
          </p:cNvPr>
          <p:cNvSpPr/>
          <p:nvPr userDrawn="1"/>
        </p:nvSpPr>
        <p:spPr>
          <a:xfrm>
            <a:off x="0" y="1870364"/>
            <a:ext cx="12192000" cy="49876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116FF97-4445-BF40-AE91-BFFEC4948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81F1528-7C93-7148-803C-FDD0C36D61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789" y="2324990"/>
            <a:ext cx="25942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8295ABCC-E89D-B444-82DF-8B044869450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6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6557ABE-570C-D545-911A-E5C1FBAE419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3769" y="2324990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A7F10FF-CBA4-7D44-83DC-75C094FECF3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2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2C699DAB-206F-D643-A70A-B85E8C27A8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789" y="1454047"/>
            <a:ext cx="23656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1BAF056B-960B-664A-8434-DD58A98A2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6600" y="1454047"/>
            <a:ext cx="2592716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6FF8F0DC-0B57-2E41-81C2-5F66B8CF510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23768" y="1456371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332D4C44-31E9-574D-A565-23C4B75109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372600" y="1454047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96C91E94-E3C6-F441-BE0C-1FE98E6C8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51" name="Text Placeholder 57">
            <a:extLst>
              <a:ext uri="{FF2B5EF4-FFF2-40B4-BE49-F238E27FC236}">
                <a16:creationId xmlns:a16="http://schemas.microsoft.com/office/drawing/2014/main" id="{D4DBD2DA-3AD2-C642-8C55-472AFA14ADD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10DDCB49-4846-B146-B0EF-71F47696030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6642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0563" indent="-163513">
              <a:buClr>
                <a:schemeClr val="bg1"/>
              </a:buClr>
              <a:buFont typeface="Courier New" panose="02070309020205020404" pitchFamily="49" charset="0"/>
              <a:buChar char="o"/>
              <a:tabLst/>
              <a:defRPr sz="12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E5214661-A1C2-714C-8FD6-F37BA412DA3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B302BA0B-8DE8-2447-9102-73B26408E4A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2AF5BF-FCB0-4D40-89D7-86A641BF943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489EC3-691D-323C-D778-25465BBEF9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3665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cess 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67233C1-48E2-427E-B2C6-38E32055A963}"/>
              </a:ext>
            </a:extLst>
          </p:cNvPr>
          <p:cNvSpPr/>
          <p:nvPr userDrawn="1"/>
        </p:nvSpPr>
        <p:spPr>
          <a:xfrm>
            <a:off x="228600" y="1325418"/>
            <a:ext cx="2819400" cy="6191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5FF190-10F1-4201-AE5D-1C3673291F69}"/>
              </a:ext>
            </a:extLst>
          </p:cNvPr>
          <p:cNvSpPr/>
          <p:nvPr userDrawn="1"/>
        </p:nvSpPr>
        <p:spPr>
          <a:xfrm>
            <a:off x="0" y="1870364"/>
            <a:ext cx="12192000" cy="4987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0C23041-45CB-C040-9C5A-DD33E3262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9137709-4275-4140-8465-53BD64A4AE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789" y="2324990"/>
            <a:ext cx="25942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0EC246B4-F1D0-754E-B440-28226D2ADC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6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D01DC6FC-9816-B845-ADAD-84758D8D273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3769" y="2324990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825BF896-F0D4-614F-B330-1F76698902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789" y="1454047"/>
            <a:ext cx="23656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9D299DA0-65CE-614C-B064-6912719EF7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6600" y="1454047"/>
            <a:ext cx="2592716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43" name="Text Placeholder 17">
            <a:extLst>
              <a:ext uri="{FF2B5EF4-FFF2-40B4-BE49-F238E27FC236}">
                <a16:creationId xmlns:a16="http://schemas.microsoft.com/office/drawing/2014/main" id="{85BAD7E9-72C8-4044-B630-FC8F601134D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23768" y="1456371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id="{B54EF588-9AC7-4947-A06B-1CE0E07D15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51" name="Text Placeholder 57">
            <a:extLst>
              <a:ext uri="{FF2B5EF4-FFF2-40B4-BE49-F238E27FC236}">
                <a16:creationId xmlns:a16="http://schemas.microsoft.com/office/drawing/2014/main" id="{672A8537-72C1-2E4B-B560-7BDCA4C1CB4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8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65A10F9C-411F-AA4A-9E2C-D8BAEEFCAF2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6642" y="3230162"/>
            <a:ext cx="2590800" cy="2789638"/>
          </a:xfrm>
        </p:spPr>
        <p:txBody>
          <a:bodyPr/>
          <a:lstStyle>
            <a:lvl1pPr>
              <a:buClr>
                <a:schemeClr val="tx2"/>
              </a:buClr>
              <a:defRPr sz="1200">
                <a:solidFill>
                  <a:schemeClr val="tx2"/>
                </a:solidFill>
              </a:defRPr>
            </a:lvl1pPr>
            <a:lvl2pPr>
              <a:buClr>
                <a:schemeClr val="tx2"/>
              </a:buClr>
              <a:defRPr sz="1200">
                <a:solidFill>
                  <a:schemeClr val="tx2"/>
                </a:solidFill>
              </a:defRPr>
            </a:lvl2pPr>
            <a:lvl3pPr marL="690563" indent="-163513">
              <a:buClr>
                <a:srgbClr val="042315"/>
              </a:buClr>
              <a:buFont typeface="Courier New" panose="02070309020205020404" pitchFamily="49" charset="0"/>
              <a:buChar char="o"/>
              <a:tabLst/>
              <a:defRPr sz="1200">
                <a:solidFill>
                  <a:schemeClr val="tx2"/>
                </a:solidFill>
              </a:defRPr>
            </a:lvl3pPr>
            <a:lvl4pPr>
              <a:buClr>
                <a:schemeClr val="tx2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DD909CB-E93C-0944-B3AD-BFBF8FC7DDC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3230162"/>
            <a:ext cx="2590800" cy="2789638"/>
          </a:xfrm>
        </p:spPr>
        <p:txBody>
          <a:bodyPr/>
          <a:lstStyle>
            <a:lvl1pPr>
              <a:buClr>
                <a:schemeClr val="tx2"/>
              </a:buClr>
              <a:defRPr sz="1200">
                <a:solidFill>
                  <a:schemeClr val="tx2"/>
                </a:solidFill>
              </a:defRPr>
            </a:lvl1pPr>
            <a:lvl2pPr>
              <a:buClr>
                <a:schemeClr val="tx2"/>
              </a:buClr>
              <a:defRPr sz="1200">
                <a:solidFill>
                  <a:schemeClr val="tx2"/>
                </a:solidFill>
              </a:defRPr>
            </a:lvl2pPr>
            <a:lvl3pPr marL="698500" indent="-171450">
              <a:buClr>
                <a:schemeClr val="tx2"/>
              </a:buClr>
              <a:defRPr lang="en-US" sz="12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tx2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42315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0B7E7D2A-5EB7-4E40-88FC-349939DAE0E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3230162"/>
            <a:ext cx="2590800" cy="2789638"/>
          </a:xfrm>
        </p:spPr>
        <p:txBody>
          <a:bodyPr/>
          <a:lstStyle>
            <a:lvl1pPr>
              <a:buClr>
                <a:schemeClr val="tx2"/>
              </a:buClr>
              <a:defRPr sz="1200">
                <a:solidFill>
                  <a:schemeClr val="tx2"/>
                </a:solidFill>
              </a:defRPr>
            </a:lvl1pPr>
            <a:lvl2pPr>
              <a:buClr>
                <a:schemeClr val="tx2"/>
              </a:buClr>
              <a:defRPr sz="1200">
                <a:solidFill>
                  <a:schemeClr val="tx2"/>
                </a:solidFill>
              </a:defRPr>
            </a:lvl2pPr>
            <a:lvl3pPr marL="698500" indent="-171450">
              <a:buClr>
                <a:schemeClr val="tx2"/>
              </a:buClr>
              <a:defRPr lang="en-US" sz="12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tx2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42315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B39E6ED3-4CD7-49CA-A458-BB6774387EB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2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AEFC73BE-DDBB-4D8B-9CA4-D050AD20744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372600" y="1454047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1B2FF86-28F1-4C18-B526-42934A5F2E6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tx2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42315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7BCC3-AEA8-BCDF-504B-0A3E62E048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2660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cess Char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6AEFE81-BF82-4FA1-B342-B6823A6FA12C}"/>
              </a:ext>
            </a:extLst>
          </p:cNvPr>
          <p:cNvSpPr/>
          <p:nvPr userDrawn="1"/>
        </p:nvSpPr>
        <p:spPr>
          <a:xfrm>
            <a:off x="228600" y="1325418"/>
            <a:ext cx="2819400" cy="6191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2D97EC-971A-4805-9D10-C3F0AE18C118}"/>
              </a:ext>
            </a:extLst>
          </p:cNvPr>
          <p:cNvSpPr/>
          <p:nvPr userDrawn="1"/>
        </p:nvSpPr>
        <p:spPr>
          <a:xfrm>
            <a:off x="0" y="1870364"/>
            <a:ext cx="12192000" cy="49876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F1808E42-71B3-BB49-9A56-CAF0072E4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F75C68DB-2951-1A44-A054-DCB5739775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789" y="2324990"/>
            <a:ext cx="25942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BCB5D1A-0C51-C74C-973A-DFE7F04DC4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6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923D297-C75B-7C49-BAE4-03E8D0793F8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3769" y="2324990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A30F8217-0AB2-5B4E-825A-A317C6984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2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37023B4A-0693-2342-B901-52D5F3C003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789" y="1454047"/>
            <a:ext cx="23656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8EE0D4D9-E606-0D41-B8D6-CB52FB4368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6600" y="1454047"/>
            <a:ext cx="2592716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C37CA248-422C-494E-854B-8921BCC60C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23768" y="1456371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885A4DC7-074E-D64E-A171-A9D1C3F5C29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372600" y="1454047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5CC07517-49B8-444D-8401-DC29C1F9F8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44" name="Text Placeholder 57">
            <a:extLst>
              <a:ext uri="{FF2B5EF4-FFF2-40B4-BE49-F238E27FC236}">
                <a16:creationId xmlns:a16="http://schemas.microsoft.com/office/drawing/2014/main" id="{5C7CD894-CBF6-0B49-BD1D-03D16B2CD3B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8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CE26EA23-B799-0445-8AE4-14799534E1A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6642" y="3230162"/>
            <a:ext cx="2590800" cy="2789638"/>
          </a:xfrm>
        </p:spPr>
        <p:txBody>
          <a:bodyPr/>
          <a:lstStyle>
            <a:lvl1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2pPr>
            <a:lvl3pPr marL="690563" indent="-163513">
              <a:buClr>
                <a:schemeClr val="accent1"/>
              </a:buClr>
              <a:buFont typeface="Courier New" panose="02070309020205020404" pitchFamily="49" charset="0"/>
              <a:buChar char="o"/>
              <a:tabLst/>
              <a:defRPr sz="12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8261388D-60A4-8144-B4EC-3E0857C447C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3230162"/>
            <a:ext cx="2590800" cy="2789638"/>
          </a:xfrm>
        </p:spPr>
        <p:txBody>
          <a:bodyPr/>
          <a:lstStyle>
            <a:lvl1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2pPr>
            <a:lvl3pPr marL="698500" indent="-171450">
              <a:buClr>
                <a:schemeClr val="accent1"/>
              </a:buClr>
              <a:defRPr lang="en-US" sz="1200" b="0" i="0" kern="1200" dirty="0">
                <a:solidFill>
                  <a:schemeClr val="accent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A7D3D450-1EC9-534F-BCF6-C67D9416FDC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3230162"/>
            <a:ext cx="2590800" cy="2789638"/>
          </a:xfrm>
        </p:spPr>
        <p:txBody>
          <a:bodyPr/>
          <a:lstStyle>
            <a:lvl1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2pPr>
            <a:lvl3pPr marL="698500" indent="-171450">
              <a:buClr>
                <a:schemeClr val="accent1"/>
              </a:buClr>
              <a:defRPr lang="en-US" sz="1200" b="0" i="0" kern="1200" dirty="0">
                <a:solidFill>
                  <a:schemeClr val="accent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748C79D5-07F1-9E43-B6CA-0AD37095F02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3230162"/>
            <a:ext cx="2590800" cy="2789638"/>
          </a:xfrm>
        </p:spPr>
        <p:txBody>
          <a:bodyPr/>
          <a:lstStyle>
            <a:lvl1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2pPr>
            <a:lvl3pPr marL="698500" indent="-171450">
              <a:buClr>
                <a:schemeClr val="accent1"/>
              </a:buClr>
              <a:defRPr lang="en-US" sz="1200" b="0" i="0" kern="1200" dirty="0">
                <a:solidFill>
                  <a:schemeClr val="accent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F635D7-88DF-F862-78A9-066C040190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30746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cess Char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225B5F8-E196-4D05-AA7A-FD19AA38C644}"/>
              </a:ext>
            </a:extLst>
          </p:cNvPr>
          <p:cNvSpPr/>
          <p:nvPr userDrawn="1"/>
        </p:nvSpPr>
        <p:spPr>
          <a:xfrm>
            <a:off x="228600" y="1325418"/>
            <a:ext cx="2819400" cy="619171"/>
          </a:xfrm>
          <a:prstGeom prst="rect">
            <a:avLst/>
          </a:prstGeom>
          <a:solidFill>
            <a:srgbClr val="297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899C1A-A880-4D80-BEEA-A1425AFB8A15}"/>
              </a:ext>
            </a:extLst>
          </p:cNvPr>
          <p:cNvSpPr/>
          <p:nvPr userDrawn="1"/>
        </p:nvSpPr>
        <p:spPr>
          <a:xfrm>
            <a:off x="0" y="1870364"/>
            <a:ext cx="12192000" cy="4987636"/>
          </a:xfrm>
          <a:prstGeom prst="rect">
            <a:avLst/>
          </a:prstGeom>
          <a:solidFill>
            <a:srgbClr val="297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68422AB4-38AC-E245-95E9-D4EBD4FE15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789" y="2324990"/>
            <a:ext cx="25942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4EF2367C-A2C2-2A4C-A1BA-998AD4CF95D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6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AC3943E1-6165-E04A-8A64-6375279C0C4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3769" y="2324990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5DD84469-3B96-D541-953A-A77D2F73394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2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31445D-8949-F147-B03B-08A7BBBADE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789" y="1454047"/>
            <a:ext cx="23656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65260156-A6C9-7F45-AA47-3B158742A3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6600" y="1454047"/>
            <a:ext cx="2592716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E27787B-F07F-6A48-9F01-A11E5B25E8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23768" y="1456371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AC275A25-09EF-0D49-9C98-A13E944E4A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372600" y="1454047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D83A7B57-1BBE-624F-9AAA-EEDF3187D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1FBFDA0E-35D5-9848-9648-B18F4E46E5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0" name="Text Placeholder 57">
            <a:extLst>
              <a:ext uri="{FF2B5EF4-FFF2-40B4-BE49-F238E27FC236}">
                <a16:creationId xmlns:a16="http://schemas.microsoft.com/office/drawing/2014/main" id="{64FA7348-CF79-3C47-A078-816D07D28D5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F77DEA71-831F-8E4A-849D-60CE3B9BEF9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6642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0563" indent="-163513">
              <a:buClr>
                <a:schemeClr val="bg1"/>
              </a:buClr>
              <a:buFont typeface="Courier New" panose="02070309020205020404" pitchFamily="49" charset="0"/>
              <a:buChar char="o"/>
              <a:tabLst/>
              <a:defRPr sz="12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1E04F33-9CC2-B64C-AA85-D8C4C72C58C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58AACB-F794-854A-9587-3A75E2B8945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00A9CBD2-646C-9644-ACEE-8B75B3DE454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221A8E-1358-A382-7E58-E1DE413E8B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527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 Header and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C56E0B0-2AF0-404A-AF57-6EDD5EE4D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E1BAD61-05AD-7345-97CB-3DCCDB04F1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2" name="Text Placeholder 57">
            <a:extLst>
              <a:ext uri="{FF2B5EF4-FFF2-40B4-BE49-F238E27FC236}">
                <a16:creationId xmlns:a16="http://schemas.microsoft.com/office/drawing/2014/main" id="{6971B0DC-62D2-2D4D-A70E-3CC614E4426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9D9EAE-05C5-61BB-199B-D7A6314560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4361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Red w Header &amp; Foo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C56E0B0-2AF0-404A-AF57-6EDD5EE4D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E1BAD61-05AD-7345-97CB-3DCCDB04F1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339087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DF897D-884E-00E0-79F1-32F148EA9F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549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BB613C6-663D-7F41-AD46-3653A2999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91C5FE-D9B9-89CB-73CC-663CAECD51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15651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Cloud-w Foot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806DA1B-28D9-944B-8727-940F8A8C6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8E62A8-E5BC-5EC4-775F-5BB35EB091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03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Red w Foo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C56E0B0-2AF0-404A-AF57-6EDD5EE4D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0302A2-C1FB-42C3-EBA1-0AE2DE221D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81304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Stone w Footer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76B7D36-32ED-4B4E-971E-D7FD3D71F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C55325-FDC9-4F2D-8C4D-16A1191A23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7730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1/4, Red 3/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7;p25">
            <a:extLst>
              <a:ext uri="{FF2B5EF4-FFF2-40B4-BE49-F238E27FC236}">
                <a16:creationId xmlns:a16="http://schemas.microsoft.com/office/drawing/2014/main" id="{C3A876E8-2CB2-D148-BC7E-C97BE385038F}"/>
              </a:ext>
            </a:extLst>
          </p:cNvPr>
          <p:cNvSpPr/>
          <p:nvPr userDrawn="1"/>
        </p:nvSpPr>
        <p:spPr>
          <a:xfrm>
            <a:off x="3048000" y="0"/>
            <a:ext cx="9143900" cy="6874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773AAFA-CDCB-254C-AB03-2264AF77D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3D65CD-CAE1-3F91-9180-60FF13498D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607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ud 1/4, Dark Stone 3/4 with foot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7;p25">
            <a:extLst>
              <a:ext uri="{FF2B5EF4-FFF2-40B4-BE49-F238E27FC236}">
                <a16:creationId xmlns:a16="http://schemas.microsoft.com/office/drawing/2014/main" id="{C3A876E8-2CB2-D148-BC7E-C97BE385038F}"/>
              </a:ext>
            </a:extLst>
          </p:cNvPr>
          <p:cNvSpPr/>
          <p:nvPr userDrawn="1"/>
        </p:nvSpPr>
        <p:spPr>
          <a:xfrm>
            <a:off x="3048000" y="-11612"/>
            <a:ext cx="9143900" cy="6874200"/>
          </a:xfrm>
          <a:prstGeom prst="rect">
            <a:avLst/>
          </a:prstGeom>
          <a:solidFill>
            <a:srgbClr val="3D3C3C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189AD1-C8FC-DA42-A906-8C8165358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E76A1-9D39-8432-88A2-F8B22917A2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24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ud 1/4, Spring Green 3/4 with foot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7;p25">
            <a:extLst>
              <a:ext uri="{FF2B5EF4-FFF2-40B4-BE49-F238E27FC236}">
                <a16:creationId xmlns:a16="http://schemas.microsoft.com/office/drawing/2014/main" id="{C3A876E8-2CB2-D148-BC7E-C97BE385038F}"/>
              </a:ext>
            </a:extLst>
          </p:cNvPr>
          <p:cNvSpPr/>
          <p:nvPr userDrawn="1"/>
        </p:nvSpPr>
        <p:spPr>
          <a:xfrm>
            <a:off x="3048000" y="-11612"/>
            <a:ext cx="9143900" cy="6874200"/>
          </a:xfrm>
          <a:prstGeom prst="rect">
            <a:avLst/>
          </a:prstGeom>
          <a:solidFill>
            <a:srgbClr val="4CDD84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189AD1-C8FC-DA42-A906-8C8165358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1C65F6-7AFC-E4B8-6929-12DE4ED330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9738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1/4, White 3/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7;p25">
            <a:extLst>
              <a:ext uri="{FF2B5EF4-FFF2-40B4-BE49-F238E27FC236}">
                <a16:creationId xmlns:a16="http://schemas.microsoft.com/office/drawing/2014/main" id="{C3A876E8-2CB2-D148-BC7E-C97BE385038F}"/>
              </a:ext>
            </a:extLst>
          </p:cNvPr>
          <p:cNvSpPr/>
          <p:nvPr userDrawn="1"/>
        </p:nvSpPr>
        <p:spPr>
          <a:xfrm>
            <a:off x="3048000" y="0"/>
            <a:ext cx="9143900" cy="6858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3D35AC5-55CC-E946-8741-7EC0EAA15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C0CE39-6AD8-41DB-3649-DD339BD21B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60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 page #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BB613C6-663D-7F41-AD46-3653A2999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0212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58D2F-2A02-8C5D-EE99-5894AFFE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5B338-58A3-4B07-1A33-29E835CB8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57493-11CB-0028-DAE2-13130BD24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19484-7039-7549-B71A-45F777D7A379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0B557-6DD2-E690-D934-6D334DDD4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2647C-11FA-D0CF-D10A-134DD8C2C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DCAB-3B28-F140-A71B-8CA4BB59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2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546512-28CF-D240-B81F-9ACB8CB1A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740"/>
            <a:ext cx="11734800" cy="5145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130B2-56B0-7F46-8400-1E3680E9A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694180"/>
            <a:ext cx="11506200" cy="365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marL="693738" lvl="2" indent="-2365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3B5C29C-C4AF-DD48-AE8A-5B7CB4F10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27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870" r:id="rId2"/>
    <p:sldLayoutId id="2147483900" r:id="rId3"/>
    <p:sldLayoutId id="2147483908" r:id="rId4"/>
    <p:sldLayoutId id="2147483909" r:id="rId5"/>
    <p:sldLayoutId id="2147483829" r:id="rId6"/>
    <p:sldLayoutId id="2147483929" r:id="rId7"/>
    <p:sldLayoutId id="2147483871" r:id="rId8"/>
    <p:sldLayoutId id="2147483924" r:id="rId9"/>
    <p:sldLayoutId id="2147483792" r:id="rId10"/>
    <p:sldLayoutId id="2147483872" r:id="rId11"/>
    <p:sldLayoutId id="2147483901" r:id="rId12"/>
    <p:sldLayoutId id="2147483910" r:id="rId13"/>
    <p:sldLayoutId id="2147483911" r:id="rId14"/>
    <p:sldLayoutId id="2147483874" r:id="rId15"/>
    <p:sldLayoutId id="2147483873" r:id="rId16"/>
    <p:sldLayoutId id="2147483828" r:id="rId17"/>
    <p:sldLayoutId id="2147483931" r:id="rId18"/>
    <p:sldLayoutId id="2147483847" r:id="rId19"/>
    <p:sldLayoutId id="2147483925" r:id="rId20"/>
    <p:sldLayoutId id="2147483913" r:id="rId21"/>
    <p:sldLayoutId id="2147483903" r:id="rId22"/>
    <p:sldLayoutId id="2147483930" r:id="rId23"/>
    <p:sldLayoutId id="2147483904" r:id="rId24"/>
    <p:sldLayoutId id="2147483784" r:id="rId25"/>
    <p:sldLayoutId id="2147483842" r:id="rId26"/>
    <p:sldLayoutId id="2147483905" r:id="rId27"/>
    <p:sldLayoutId id="2147483915" r:id="rId28"/>
    <p:sldLayoutId id="2147483841" r:id="rId29"/>
    <p:sldLayoutId id="2147483855" r:id="rId30"/>
    <p:sldLayoutId id="2147483895" r:id="rId31"/>
    <p:sldLayoutId id="2147483889" r:id="rId32"/>
    <p:sldLayoutId id="2147483896" r:id="rId33"/>
    <p:sldLayoutId id="2147483891" r:id="rId34"/>
    <p:sldLayoutId id="2147483890" r:id="rId35"/>
    <p:sldLayoutId id="2147483892" r:id="rId36"/>
    <p:sldLayoutId id="2147483906" r:id="rId37"/>
    <p:sldLayoutId id="2147483907" r:id="rId38"/>
    <p:sldLayoutId id="2147483766" r:id="rId39"/>
    <p:sldLayoutId id="2147483856" r:id="rId40"/>
    <p:sldLayoutId id="2147483857" r:id="rId41"/>
    <p:sldLayoutId id="2147483815" r:id="rId42"/>
    <p:sldLayoutId id="2147483816" r:id="rId43"/>
    <p:sldLayoutId id="2147483838" r:id="rId44"/>
    <p:sldLayoutId id="2147483839" r:id="rId45"/>
    <p:sldLayoutId id="2147483853" r:id="rId46"/>
    <p:sldLayoutId id="2147483877" r:id="rId47"/>
    <p:sldLayoutId id="2147483814" r:id="rId48"/>
    <p:sldLayoutId id="2147483791" r:id="rId49"/>
    <p:sldLayoutId id="2147483804" r:id="rId50"/>
    <p:sldLayoutId id="2147483802" r:id="rId51"/>
    <p:sldLayoutId id="2147483865" r:id="rId52"/>
    <p:sldLayoutId id="2147483866" r:id="rId53"/>
    <p:sldLayoutId id="2147483867" r:id="rId54"/>
    <p:sldLayoutId id="2147483876" r:id="rId55"/>
    <p:sldLayoutId id="2147483868" r:id="rId56"/>
    <p:sldLayoutId id="2147483869" r:id="rId57"/>
    <p:sldLayoutId id="2147483881" r:id="rId58"/>
    <p:sldLayoutId id="2147483882" r:id="rId59"/>
    <p:sldLayoutId id="2147483886" r:id="rId60"/>
    <p:sldLayoutId id="2147483893" r:id="rId61"/>
    <p:sldLayoutId id="2147483880" r:id="rId62"/>
    <p:sldLayoutId id="2147483887" r:id="rId63"/>
    <p:sldLayoutId id="2147483805" r:id="rId64"/>
    <p:sldLayoutId id="2147483777" r:id="rId65"/>
    <p:sldLayoutId id="2147483885" r:id="rId66"/>
    <p:sldLayoutId id="2147483785" r:id="rId67"/>
    <p:sldLayoutId id="2147483799" r:id="rId68"/>
    <p:sldLayoutId id="2147483823" r:id="rId69"/>
    <p:sldLayoutId id="2147483864" r:id="rId70"/>
    <p:sldLayoutId id="2147483897" r:id="rId71"/>
    <p:sldLayoutId id="2147483819" r:id="rId72"/>
    <p:sldLayoutId id="2147483822" r:id="rId73"/>
    <p:sldLayoutId id="2147483831" r:id="rId74"/>
    <p:sldLayoutId id="2147483788" r:id="rId75"/>
    <p:sldLayoutId id="2147483798" r:id="rId76"/>
    <p:sldLayoutId id="2147483917" r:id="rId77"/>
    <p:sldLayoutId id="2147483918" r:id="rId78"/>
    <p:sldLayoutId id="2147483927" r:id="rId79"/>
    <p:sldLayoutId id="2147483859" r:id="rId80"/>
    <p:sldLayoutId id="2147483860" r:id="rId81"/>
    <p:sldLayoutId id="2147483863" r:id="rId82"/>
    <p:sldLayoutId id="2147483824" r:id="rId83"/>
    <p:sldLayoutId id="2147483833" r:id="rId84"/>
    <p:sldLayoutId id="2147483884" r:id="rId85"/>
    <p:sldLayoutId id="2147483827" r:id="rId86"/>
    <p:sldLayoutId id="2147483854" r:id="rId87"/>
    <p:sldLayoutId id="2147483811" r:id="rId88"/>
    <p:sldLayoutId id="2147483826" r:id="rId89"/>
    <p:sldLayoutId id="2147483861" r:id="rId90"/>
    <p:sldLayoutId id="2147483888" r:id="rId91"/>
    <p:sldLayoutId id="2147483878" r:id="rId92"/>
    <p:sldLayoutId id="2147483879" r:id="rId93"/>
    <p:sldLayoutId id="2147483825" r:id="rId94"/>
    <p:sldLayoutId id="2147483845" r:id="rId95"/>
    <p:sldLayoutId id="2147483810" r:id="rId96"/>
    <p:sldLayoutId id="2147483850" r:id="rId97"/>
    <p:sldLayoutId id="2147483813" r:id="rId98"/>
    <p:sldLayoutId id="2147483852" r:id="rId99"/>
    <p:sldLayoutId id="2147483894" r:id="rId100"/>
    <p:sldLayoutId id="2147483883" r:id="rId101"/>
    <p:sldLayoutId id="2147483767" r:id="rId102"/>
    <p:sldLayoutId id="2147483821" r:id="rId103"/>
    <p:sldLayoutId id="2147483846" r:id="rId104"/>
    <p:sldLayoutId id="2147483875" r:id="rId105"/>
    <p:sldLayoutId id="2147483809" r:id="rId106"/>
    <p:sldLayoutId id="2147483834" r:id="rId107"/>
    <p:sldLayoutId id="2147483835" r:id="rId108"/>
    <p:sldLayoutId id="2147483851" r:id="rId109"/>
    <p:sldLayoutId id="2147483786" r:id="rId110"/>
    <p:sldLayoutId id="2147483898" r:id="rId111"/>
    <p:sldLayoutId id="2147483782" r:id="rId112"/>
    <p:sldLayoutId id="2147483919" r:id="rId113"/>
    <p:sldLayoutId id="2147483899" r:id="rId114"/>
    <p:sldLayoutId id="2147483797" r:id="rId115"/>
    <p:sldLayoutId id="2147483920" r:id="rId116"/>
    <p:sldLayoutId id="2147483926" r:id="rId117"/>
    <p:sldLayoutId id="2147483923" r:id="rId118"/>
    <p:sldLayoutId id="2147483921" r:id="rId119"/>
    <p:sldLayoutId id="2147483916" r:id="rId120"/>
    <p:sldLayoutId id="2147483932" r:id="rId1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1000"/>
        </a:spcBef>
        <a:buClr>
          <a:schemeClr val="tx2"/>
        </a:buClr>
        <a:buFont typeface="System Font Regular"/>
        <a:buChar char="–"/>
        <a:defRPr sz="14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1pPr>
      <a:lvl2pPr marL="514350" indent="-225425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3D3C3C"/>
        </a:buClr>
        <a:buSzPct val="90000"/>
        <a:buFont typeface="Courier New" panose="02070309020205020404" pitchFamily="49" charset="0"/>
        <a:buNone/>
        <a:tabLst/>
        <a:defRPr sz="14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3pPr>
      <a:lvl4pPr marL="1030288" indent="-288925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System Font Regular"/>
        <a:buChar char="–"/>
        <a:tabLst/>
        <a:defRPr sz="14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4pPr>
      <a:lvl5pPr marL="1257300" indent="-214313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5" pos="3696" userDrawn="1">
          <p15:clr>
            <a:srgbClr val="F26B43"/>
          </p15:clr>
        </p15:guide>
        <p15:guide id="26" pos="3840" userDrawn="1">
          <p15:clr>
            <a:srgbClr val="F26B43"/>
          </p15:clr>
        </p15:guide>
        <p15:guide id="27" pos="2880" userDrawn="1">
          <p15:clr>
            <a:srgbClr val="F26B43"/>
          </p15:clr>
        </p15:guide>
        <p15:guide id="28" pos="3984" userDrawn="1">
          <p15:clr>
            <a:srgbClr val="F26B43"/>
          </p15:clr>
        </p15:guide>
        <p15:guide id="29" pos="4800" userDrawn="1">
          <p15:clr>
            <a:srgbClr val="F26B43"/>
          </p15:clr>
        </p15:guide>
        <p15:guide id="30" pos="5616" userDrawn="1">
          <p15:clr>
            <a:srgbClr val="F26B43"/>
          </p15:clr>
        </p15:guide>
        <p15:guide id="31" pos="2064" userDrawn="1">
          <p15:clr>
            <a:srgbClr val="F26B43"/>
          </p15:clr>
        </p15:guide>
        <p15:guide id="32" pos="1920" userDrawn="1">
          <p15:clr>
            <a:srgbClr val="F26B43"/>
          </p15:clr>
        </p15:guide>
        <p15:guide id="33" pos="1776" userDrawn="1">
          <p15:clr>
            <a:srgbClr val="F26B43"/>
          </p15:clr>
        </p15:guide>
        <p15:guide id="34" pos="144" userDrawn="1">
          <p15:clr>
            <a:srgbClr val="F26B43"/>
          </p15:clr>
        </p15:guide>
        <p15:guide id="35" pos="5904" userDrawn="1">
          <p15:clr>
            <a:srgbClr val="F26B43"/>
          </p15:clr>
        </p15:guide>
        <p15:guide id="36" orient="horz" pos="216" userDrawn="1">
          <p15:clr>
            <a:srgbClr val="F26B43"/>
          </p15:clr>
        </p15:guide>
        <p15:guide id="37" orient="horz" pos="4104" userDrawn="1">
          <p15:clr>
            <a:srgbClr val="F26B43"/>
          </p15:clr>
        </p15:guide>
        <p15:guide id="38" pos="960" userDrawn="1">
          <p15:clr>
            <a:srgbClr val="F26B43"/>
          </p15:clr>
        </p15:guide>
        <p15:guide id="39" pos="5760" userDrawn="1">
          <p15:clr>
            <a:srgbClr val="F26B43"/>
          </p15:clr>
        </p15:guide>
        <p15:guide id="40" orient="horz" pos="552" userDrawn="1">
          <p15:clr>
            <a:srgbClr val="F26B43"/>
          </p15:clr>
        </p15:guide>
        <p15:guide id="41" orient="horz" pos="3792" userDrawn="1">
          <p15:clr>
            <a:srgbClr val="F26B43"/>
          </p15:clr>
        </p15:guide>
        <p15:guide id="42" orient="horz" pos="2160" userDrawn="1">
          <p15:clr>
            <a:srgbClr val="F26B43"/>
          </p15:clr>
        </p15:guide>
        <p15:guide id="44" orient="horz" pos="1080" userDrawn="1">
          <p15:clr>
            <a:srgbClr val="F26B43"/>
          </p15:clr>
        </p15:guide>
        <p15:guide id="45" orient="horz" pos="2688" userDrawn="1">
          <p15:clr>
            <a:srgbClr val="F26B43"/>
          </p15:clr>
        </p15:guide>
        <p15:guide id="47" orient="horz" pos="3264" userDrawn="1">
          <p15:clr>
            <a:srgbClr val="F26B43"/>
          </p15:clr>
        </p15:guide>
        <p15:guide id="49" orient="horz" pos="1632" userDrawn="1">
          <p15:clr>
            <a:srgbClr val="F26B43"/>
          </p15:clr>
        </p15:guide>
        <p15:guide id="51" pos="7536" userDrawn="1">
          <p15:clr>
            <a:srgbClr val="F26B43"/>
          </p15:clr>
        </p15:guide>
        <p15:guide id="52" pos="67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21.xml"/><Relationship Id="rId4" Type="http://schemas.openxmlformats.org/officeDocument/2006/relationships/image" Target="../media/image19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9E731-DD2C-E53D-3FD0-059894F08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6ED68CA0-0A41-E729-EB13-F6E3700CCF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993"/>
            <a:ext cx="12192000" cy="686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5AEEBCB4-87FB-D32F-F14F-5A9F5319DBEA}"/>
              </a:ext>
            </a:extLst>
          </p:cNvPr>
          <p:cNvSpPr txBox="1"/>
          <p:nvPr/>
        </p:nvSpPr>
        <p:spPr>
          <a:xfrm>
            <a:off x="127542" y="113446"/>
            <a:ext cx="11306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Simple Telemetry Solution for Copilot Studio Low Code Agents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57BEBE-FEC2-B34C-CF72-6ACEBF4C6F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5875" y="1861831"/>
            <a:ext cx="3798100" cy="3229458"/>
          </a:xfrm>
          <a:prstGeom prst="rect">
            <a:avLst/>
          </a:prstGeom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B37AF1DA-FB41-9877-7A3B-E4E957FBFB20}"/>
              </a:ext>
            </a:extLst>
          </p:cNvPr>
          <p:cNvSpPr/>
          <p:nvPr/>
        </p:nvSpPr>
        <p:spPr>
          <a:xfrm>
            <a:off x="599380" y="3127689"/>
            <a:ext cx="3100733" cy="28303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BCAC9A1D-33CC-6DAB-E4EA-7E4FDF3E7066}"/>
              </a:ext>
            </a:extLst>
          </p:cNvPr>
          <p:cNvSpPr/>
          <p:nvPr/>
        </p:nvSpPr>
        <p:spPr>
          <a:xfrm>
            <a:off x="3916083" y="3127689"/>
            <a:ext cx="3100733" cy="28303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6D5EC32D-A20F-A0D2-E826-9E424A5B1992}"/>
              </a:ext>
            </a:extLst>
          </p:cNvPr>
          <p:cNvSpPr/>
          <p:nvPr/>
        </p:nvSpPr>
        <p:spPr>
          <a:xfrm>
            <a:off x="599380" y="1621742"/>
            <a:ext cx="3100733" cy="15059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AFEBFABB-1008-03F1-80CC-3601B79191F2}"/>
              </a:ext>
            </a:extLst>
          </p:cNvPr>
          <p:cNvSpPr/>
          <p:nvPr/>
        </p:nvSpPr>
        <p:spPr>
          <a:xfrm>
            <a:off x="3916083" y="1611782"/>
            <a:ext cx="3100733" cy="1515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10160925-0BC6-5D09-1B2F-9C0FC1183B3B}"/>
              </a:ext>
            </a:extLst>
          </p:cNvPr>
          <p:cNvSpPr/>
          <p:nvPr/>
        </p:nvSpPr>
        <p:spPr>
          <a:xfrm>
            <a:off x="4049337" y="3213760"/>
            <a:ext cx="2880852" cy="253880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r>
              <a:rPr lang="en-US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Copilot Studio provides an out of the box mechanism to log this called. Azure Application Insights, provides a mechanism in which we can force agents to log to this database.</a:t>
            </a:r>
          </a:p>
          <a:p>
            <a:endParaRPr lang="en-US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building a providing a small MCP service to the customers, we can provide them with reporting and an Agentic telemetry solution for investigation of any Agent events related to security incidents</a:t>
            </a: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89A8EF52-1CDA-2624-2E84-9296372D3E0D}"/>
              </a:ext>
            </a:extLst>
          </p:cNvPr>
          <p:cNvSpPr/>
          <p:nvPr/>
        </p:nvSpPr>
        <p:spPr>
          <a:xfrm>
            <a:off x="599380" y="1523533"/>
            <a:ext cx="3100733" cy="73152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B11281E-E648-FB3D-6E14-46B1AFC4120D}"/>
              </a:ext>
            </a:extLst>
          </p:cNvPr>
          <p:cNvSpPr/>
          <p:nvPr/>
        </p:nvSpPr>
        <p:spPr>
          <a:xfrm>
            <a:off x="3916083" y="1513759"/>
            <a:ext cx="3100733" cy="73152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AAA34F58-DC38-0430-7C35-1230DFF0084E}"/>
              </a:ext>
            </a:extLst>
          </p:cNvPr>
          <p:cNvSpPr/>
          <p:nvPr/>
        </p:nvSpPr>
        <p:spPr>
          <a:xfrm>
            <a:off x="1769130" y="1738014"/>
            <a:ext cx="836742" cy="836742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A72D32D2-79BD-E012-BAB1-F783ABD21497}"/>
              </a:ext>
            </a:extLst>
          </p:cNvPr>
          <p:cNvSpPr/>
          <p:nvPr/>
        </p:nvSpPr>
        <p:spPr>
          <a:xfrm>
            <a:off x="5034711" y="1726542"/>
            <a:ext cx="836742" cy="836742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2EA9951-0FAC-6681-8C39-27861BEB53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2756" y="1916315"/>
            <a:ext cx="444816" cy="460702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6C8B0E05-E3D7-0142-32A5-74471F270816}"/>
              </a:ext>
            </a:extLst>
          </p:cNvPr>
          <p:cNvSpPr/>
          <p:nvPr/>
        </p:nvSpPr>
        <p:spPr>
          <a:xfrm>
            <a:off x="1169554" y="2563284"/>
            <a:ext cx="203589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TWK Everett" panose="020B0204000000000000" pitchFamily="34" charset="77"/>
                <a:ea typeface="Calibri" pitchFamily="34" charset="-122"/>
                <a:cs typeface="Calibri" pitchFamily="34" charset="-120"/>
              </a:rPr>
              <a:t>Challenge</a:t>
            </a:r>
            <a:endParaRPr lang="en-US" dirty="0">
              <a:solidFill>
                <a:schemeClr val="tx2"/>
              </a:solidFill>
              <a:latin typeface="TWK Everett" panose="020B0204000000000000" pitchFamily="34" charset="77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1DC866BB-65D0-642C-440E-A42F3B28D632}"/>
              </a:ext>
            </a:extLst>
          </p:cNvPr>
          <p:cNvSpPr/>
          <p:nvPr/>
        </p:nvSpPr>
        <p:spPr>
          <a:xfrm>
            <a:off x="4256350" y="2563284"/>
            <a:ext cx="23934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TWK Everett" panose="020B0204000000000000" pitchFamily="34" charset="77"/>
                <a:cs typeface="Calibri" pitchFamily="34" charset="-120"/>
              </a:rPr>
              <a:t>Solution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3EF0D56B-F50E-1FBF-673B-A1AA9FE7A9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1535" y="1887372"/>
            <a:ext cx="631932" cy="631930"/>
          </a:xfrm>
          <a:prstGeom prst="rect">
            <a:avLst/>
          </a:prstGeom>
        </p:spPr>
      </p:pic>
      <p:sp>
        <p:nvSpPr>
          <p:cNvPr id="54" name="Text 12">
            <a:extLst>
              <a:ext uri="{FF2B5EF4-FFF2-40B4-BE49-F238E27FC236}">
                <a16:creationId xmlns:a16="http://schemas.microsoft.com/office/drawing/2014/main" id="{161FD7FF-F7F2-EA43-9B52-8FFF8E5D1E23}"/>
              </a:ext>
            </a:extLst>
          </p:cNvPr>
          <p:cNvSpPr/>
          <p:nvPr/>
        </p:nvSpPr>
        <p:spPr>
          <a:xfrm>
            <a:off x="696321" y="3204414"/>
            <a:ext cx="2932403" cy="2753624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r>
              <a:rPr lang="en-US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 Traceability and Governance are limited to the general usage and without the use of Agent 365 or Advance Purview reporting, this information is lost.</a:t>
            </a:r>
          </a:p>
          <a:p>
            <a:endParaRPr lang="en-US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the Runtime of the Agents with regards to connections and API calls requires additional tractability when governing and monitoring a zoned governance model Kyndryl intends to provide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320EAA-8B57-2972-BE77-67FBF195E110}"/>
              </a:ext>
            </a:extLst>
          </p:cNvPr>
          <p:cNvSpPr txBox="1"/>
          <p:nvPr/>
        </p:nvSpPr>
        <p:spPr>
          <a:xfrm>
            <a:off x="3706050" y="6316972"/>
            <a:ext cx="85289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learn.microsoft.com</a:t>
            </a:r>
            <a:r>
              <a:rPr lang="en-US" sz="1200" dirty="0"/>
              <a:t>/</a:t>
            </a:r>
            <a:r>
              <a:rPr lang="en-US" sz="1200" dirty="0" err="1"/>
              <a:t>en</a:t>
            </a:r>
            <a:r>
              <a:rPr lang="en-US" sz="1200" dirty="0"/>
              <a:t>-us/</a:t>
            </a:r>
            <a:r>
              <a:rPr lang="en-US" sz="1200" dirty="0" err="1"/>
              <a:t>microsoft</a:t>
            </a:r>
            <a:r>
              <a:rPr lang="en-US" sz="1200" dirty="0"/>
              <a:t>-copilot-studio/advanced-bot-framework-composer-capture-telemetry</a:t>
            </a:r>
          </a:p>
        </p:txBody>
      </p:sp>
    </p:spTree>
    <p:extLst>
      <p:ext uri="{BB962C8B-B14F-4D97-AF65-F5344CB8AC3E}">
        <p14:creationId xmlns:p14="http://schemas.microsoft.com/office/powerpoint/2010/main" val="3762089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9F51A-3FC6-A65A-5A56-2BC764817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E8B746F7-70CA-B91E-5606-4D49997DE3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179"/>
          <a:stretch>
            <a:fillRect/>
          </a:stretch>
        </p:blipFill>
        <p:spPr>
          <a:xfrm>
            <a:off x="5589157" y="4579627"/>
            <a:ext cx="4259053" cy="2164927"/>
          </a:xfrm>
          <a:prstGeom prst="rect">
            <a:avLst/>
          </a:prstGeom>
        </p:spPr>
      </p:pic>
      <p:sp>
        <p:nvSpPr>
          <p:cNvPr id="1033" name="Shape 38">
            <a:extLst>
              <a:ext uri="{FF2B5EF4-FFF2-40B4-BE49-F238E27FC236}">
                <a16:creationId xmlns:a16="http://schemas.microsoft.com/office/drawing/2014/main" id="{F14C0016-29F3-EF99-ADE9-58751B93B735}"/>
              </a:ext>
            </a:extLst>
          </p:cNvPr>
          <p:cNvSpPr/>
          <p:nvPr/>
        </p:nvSpPr>
        <p:spPr>
          <a:xfrm>
            <a:off x="3167888" y="5002773"/>
            <a:ext cx="2097024" cy="1098891"/>
          </a:xfrm>
          <a:prstGeom prst="rect">
            <a:avLst/>
          </a:prstGeom>
          <a:solidFill>
            <a:srgbClr val="D1FAF2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5C6E14D-0E94-C67F-E1C2-A3D4D71760E0}"/>
              </a:ext>
            </a:extLst>
          </p:cNvPr>
          <p:cNvSpPr/>
          <p:nvPr/>
        </p:nvSpPr>
        <p:spPr>
          <a:xfrm>
            <a:off x="3281739" y="3199712"/>
            <a:ext cx="1887297" cy="1472663"/>
          </a:xfrm>
          <a:custGeom>
            <a:avLst/>
            <a:gdLst>
              <a:gd name="csX0" fmla="*/ 0 w 1887297"/>
              <a:gd name="csY0" fmla="*/ 65534 h 1472663"/>
              <a:gd name="csX1" fmla="*/ 65534 w 1887297"/>
              <a:gd name="csY1" fmla="*/ 0 h 1472663"/>
              <a:gd name="csX2" fmla="*/ 686068 w 1887297"/>
              <a:gd name="csY2" fmla="*/ 0 h 1472663"/>
              <a:gd name="csX3" fmla="*/ 1253916 w 1887297"/>
              <a:gd name="csY3" fmla="*/ 0 h 1472663"/>
              <a:gd name="csX4" fmla="*/ 1821763 w 1887297"/>
              <a:gd name="csY4" fmla="*/ 0 h 1472663"/>
              <a:gd name="csX5" fmla="*/ 1887297 w 1887297"/>
              <a:gd name="csY5" fmla="*/ 65534 h 1472663"/>
              <a:gd name="csX6" fmla="*/ 1887297 w 1887297"/>
              <a:gd name="csY6" fmla="*/ 485900 h 1472663"/>
              <a:gd name="csX7" fmla="*/ 1887297 w 1887297"/>
              <a:gd name="csY7" fmla="*/ 906267 h 1472663"/>
              <a:gd name="csX8" fmla="*/ 1887297 w 1887297"/>
              <a:gd name="csY8" fmla="*/ 1407129 h 1472663"/>
              <a:gd name="csX9" fmla="*/ 1821763 w 1887297"/>
              <a:gd name="csY9" fmla="*/ 1472663 h 1472663"/>
              <a:gd name="csX10" fmla="*/ 1236353 w 1887297"/>
              <a:gd name="csY10" fmla="*/ 1472663 h 1472663"/>
              <a:gd name="csX11" fmla="*/ 668506 w 1887297"/>
              <a:gd name="csY11" fmla="*/ 1472663 h 1472663"/>
              <a:gd name="csX12" fmla="*/ 65534 w 1887297"/>
              <a:gd name="csY12" fmla="*/ 1472663 h 1472663"/>
              <a:gd name="csX13" fmla="*/ 0 w 1887297"/>
              <a:gd name="csY13" fmla="*/ 1407129 h 1472663"/>
              <a:gd name="csX14" fmla="*/ 0 w 1887297"/>
              <a:gd name="csY14" fmla="*/ 959931 h 1472663"/>
              <a:gd name="csX15" fmla="*/ 0 w 1887297"/>
              <a:gd name="csY15" fmla="*/ 485900 h 1472663"/>
              <a:gd name="csX16" fmla="*/ 0 w 1887297"/>
              <a:gd name="csY16" fmla="*/ 65534 h 14726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887297" h="1472663" extrusionOk="0">
                <a:moveTo>
                  <a:pt x="0" y="65534"/>
                </a:moveTo>
                <a:cubicBezTo>
                  <a:pt x="-2196" y="27987"/>
                  <a:pt x="24619" y="1772"/>
                  <a:pt x="65534" y="0"/>
                </a:cubicBezTo>
                <a:cubicBezTo>
                  <a:pt x="210518" y="-49400"/>
                  <a:pt x="464518" y="65739"/>
                  <a:pt x="686068" y="0"/>
                </a:cubicBezTo>
                <a:cubicBezTo>
                  <a:pt x="907618" y="-65739"/>
                  <a:pt x="1088002" y="33439"/>
                  <a:pt x="1253916" y="0"/>
                </a:cubicBezTo>
                <a:cubicBezTo>
                  <a:pt x="1419830" y="-33439"/>
                  <a:pt x="1665636" y="43308"/>
                  <a:pt x="1821763" y="0"/>
                </a:cubicBezTo>
                <a:cubicBezTo>
                  <a:pt x="1855533" y="-7804"/>
                  <a:pt x="1888636" y="24387"/>
                  <a:pt x="1887297" y="65534"/>
                </a:cubicBezTo>
                <a:cubicBezTo>
                  <a:pt x="1931080" y="208154"/>
                  <a:pt x="1858798" y="321478"/>
                  <a:pt x="1887297" y="485900"/>
                </a:cubicBezTo>
                <a:cubicBezTo>
                  <a:pt x="1915796" y="650322"/>
                  <a:pt x="1858804" y="771540"/>
                  <a:pt x="1887297" y="906267"/>
                </a:cubicBezTo>
                <a:cubicBezTo>
                  <a:pt x="1915790" y="1040994"/>
                  <a:pt x="1832756" y="1202563"/>
                  <a:pt x="1887297" y="1407129"/>
                </a:cubicBezTo>
                <a:cubicBezTo>
                  <a:pt x="1888393" y="1443585"/>
                  <a:pt x="1854242" y="1472062"/>
                  <a:pt x="1821763" y="1472663"/>
                </a:cubicBezTo>
                <a:cubicBezTo>
                  <a:pt x="1675619" y="1536559"/>
                  <a:pt x="1425520" y="1460859"/>
                  <a:pt x="1236353" y="1472663"/>
                </a:cubicBezTo>
                <a:cubicBezTo>
                  <a:pt x="1047186" y="1484467"/>
                  <a:pt x="881647" y="1408361"/>
                  <a:pt x="668506" y="1472663"/>
                </a:cubicBezTo>
                <a:cubicBezTo>
                  <a:pt x="455365" y="1536965"/>
                  <a:pt x="211854" y="1438360"/>
                  <a:pt x="65534" y="1472663"/>
                </a:cubicBezTo>
                <a:cubicBezTo>
                  <a:pt x="34459" y="1466310"/>
                  <a:pt x="-3726" y="1441882"/>
                  <a:pt x="0" y="1407129"/>
                </a:cubicBezTo>
                <a:cubicBezTo>
                  <a:pt x="-8199" y="1292110"/>
                  <a:pt x="31775" y="1156976"/>
                  <a:pt x="0" y="959931"/>
                </a:cubicBezTo>
                <a:cubicBezTo>
                  <a:pt x="-31775" y="762886"/>
                  <a:pt x="43849" y="599430"/>
                  <a:pt x="0" y="485900"/>
                </a:cubicBezTo>
                <a:cubicBezTo>
                  <a:pt x="-43849" y="372370"/>
                  <a:pt x="8253" y="260435"/>
                  <a:pt x="0" y="65534"/>
                </a:cubicBezTo>
                <a:close/>
              </a:path>
            </a:pathLst>
          </a:custGeom>
          <a:noFill/>
          <a:ln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4450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229BC198-BBBB-9A89-3969-17C5BF8205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993"/>
            <a:ext cx="12192000" cy="686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Excel Icon, Excel File Emblem, Microsoft Excel Symbol, Office ...">
            <a:extLst>
              <a:ext uri="{FF2B5EF4-FFF2-40B4-BE49-F238E27FC236}">
                <a16:creationId xmlns:a16="http://schemas.microsoft.com/office/drawing/2014/main" id="{1C65CA48-AFD1-DB0B-267D-C70D9839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728" y="4030504"/>
            <a:ext cx="442432" cy="44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phic 10" descr="Group of men with solid fill">
            <a:extLst>
              <a:ext uri="{FF2B5EF4-FFF2-40B4-BE49-F238E27FC236}">
                <a16:creationId xmlns:a16="http://schemas.microsoft.com/office/drawing/2014/main" id="{E7516046-3520-C6A1-08D9-3158046632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7920" y="3911072"/>
            <a:ext cx="598838" cy="598838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36327B-136F-25C1-3EB5-D68F0EFFCB82}"/>
              </a:ext>
            </a:extLst>
          </p:cNvPr>
          <p:cNvCxnSpPr>
            <a:cxnSpLocks/>
          </p:cNvCxnSpPr>
          <p:nvPr/>
        </p:nvCxnSpPr>
        <p:spPr>
          <a:xfrm flipH="1">
            <a:off x="2736720" y="4234651"/>
            <a:ext cx="9300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DE8039B-7C7E-A759-108A-FB26DD7ACEA6}"/>
              </a:ext>
            </a:extLst>
          </p:cNvPr>
          <p:cNvGrpSpPr/>
          <p:nvPr/>
        </p:nvGrpSpPr>
        <p:grpSpPr>
          <a:xfrm>
            <a:off x="3187454" y="5440496"/>
            <a:ext cx="1180264" cy="716862"/>
            <a:chOff x="3705245" y="4177501"/>
            <a:chExt cx="1358271" cy="820936"/>
          </a:xfrm>
        </p:grpSpPr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4B472D8B-88AA-7670-D789-765D1F43F4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4067" y="4177501"/>
              <a:ext cx="420628" cy="420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244F30-7877-7251-F4F7-0A44C1412108}"/>
                </a:ext>
              </a:extLst>
            </p:cNvPr>
            <p:cNvSpPr txBox="1"/>
            <p:nvPr/>
          </p:nvSpPr>
          <p:spPr>
            <a:xfrm>
              <a:off x="3705245" y="4540239"/>
              <a:ext cx="1358271" cy="4581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Agent Telemetry MCP Server</a:t>
              </a:r>
            </a:p>
          </p:txBody>
        </p:sp>
      </p:grpSp>
      <p:sp>
        <p:nvSpPr>
          <p:cNvPr id="1028" name="TextBox 1027">
            <a:extLst>
              <a:ext uri="{FF2B5EF4-FFF2-40B4-BE49-F238E27FC236}">
                <a16:creationId xmlns:a16="http://schemas.microsoft.com/office/drawing/2014/main" id="{1D0428DD-737E-2EFB-769C-4E81E8A0CAA0}"/>
              </a:ext>
            </a:extLst>
          </p:cNvPr>
          <p:cNvSpPr txBox="1"/>
          <p:nvPr/>
        </p:nvSpPr>
        <p:spPr>
          <a:xfrm>
            <a:off x="127542" y="113446"/>
            <a:ext cx="11306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Simple Telemetry Solution for Copilot Studio Low Code Agents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7A215CF-8AE0-63F7-D5FF-57BE0C2B4079}"/>
              </a:ext>
            </a:extLst>
          </p:cNvPr>
          <p:cNvGrpSpPr/>
          <p:nvPr/>
        </p:nvGrpSpPr>
        <p:grpSpPr>
          <a:xfrm>
            <a:off x="2960762" y="1084046"/>
            <a:ext cx="2365110" cy="1021529"/>
            <a:chOff x="2830694" y="1116996"/>
            <a:chExt cx="2365110" cy="102152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B9317E6-EF17-E4F0-A5B0-79731D36B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7893" b="6014"/>
            <a:stretch>
              <a:fillRect/>
            </a:stretch>
          </p:blipFill>
          <p:spPr>
            <a:xfrm>
              <a:off x="2830694" y="1116996"/>
              <a:ext cx="356551" cy="38809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A0CD989-5DBF-AC8F-8F78-45DE0BA9F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87829" b="21933"/>
            <a:stretch>
              <a:fillRect/>
            </a:stretch>
          </p:blipFill>
          <p:spPr>
            <a:xfrm>
              <a:off x="2945428" y="1624778"/>
              <a:ext cx="356552" cy="395351"/>
            </a:xfrm>
            <a:prstGeom prst="rect">
              <a:avLst/>
            </a:prstGeom>
          </p:spPr>
        </p:pic>
        <p:sp>
          <p:nvSpPr>
            <p:cNvPr id="14" name="Shape 48">
              <a:extLst>
                <a:ext uri="{FF2B5EF4-FFF2-40B4-BE49-F238E27FC236}">
                  <a16:creationId xmlns:a16="http://schemas.microsoft.com/office/drawing/2014/main" id="{89DD4DC0-DD39-3DD2-3E08-BAE3CDFA5D10}"/>
                </a:ext>
              </a:extLst>
            </p:cNvPr>
            <p:cNvSpPr/>
            <p:nvPr/>
          </p:nvSpPr>
          <p:spPr>
            <a:xfrm>
              <a:off x="3187245" y="1205200"/>
              <a:ext cx="1893824" cy="454518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1D6FA5">
                  <a:alpha val="60000"/>
                </a:srgbClr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" name="Text 49">
              <a:extLst>
                <a:ext uri="{FF2B5EF4-FFF2-40B4-BE49-F238E27FC236}">
                  <a16:creationId xmlns:a16="http://schemas.microsoft.com/office/drawing/2014/main" id="{DE7B3BAF-78E1-215C-744B-8C9155C32965}"/>
                </a:ext>
              </a:extLst>
            </p:cNvPr>
            <p:cNvSpPr/>
            <p:nvPr/>
          </p:nvSpPr>
          <p:spPr>
            <a:xfrm>
              <a:off x="3248205" y="1205200"/>
              <a:ext cx="177190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33" dirty="0">
                  <a:solidFill>
                    <a:srgbClr val="1D6FA5"/>
                  </a:solidFill>
                </a:rPr>
                <a:t>appinsights-agent-telemetry</a:t>
              </a:r>
              <a:endParaRPr lang="en-US" sz="1133" dirty="0"/>
            </a:p>
          </p:txBody>
        </p:sp>
        <p:sp>
          <p:nvSpPr>
            <p:cNvPr id="16" name="Text 50">
              <a:extLst>
                <a:ext uri="{FF2B5EF4-FFF2-40B4-BE49-F238E27FC236}">
                  <a16:creationId xmlns:a16="http://schemas.microsoft.com/office/drawing/2014/main" id="{34755224-7CB0-59FE-6D78-4763C3CE236A}"/>
                </a:ext>
              </a:extLst>
            </p:cNvPr>
            <p:cNvSpPr/>
            <p:nvPr/>
          </p:nvSpPr>
          <p:spPr>
            <a:xfrm>
              <a:off x="3216673" y="1391494"/>
              <a:ext cx="1771904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dirty="0">
                  <a:solidFill>
                    <a:srgbClr val="374151"/>
                  </a:solidFill>
                </a:rPr>
                <a:t>Application Insights</a:t>
              </a:r>
              <a:endParaRPr lang="en-US" sz="1000" dirty="0"/>
            </a:p>
          </p:txBody>
        </p:sp>
        <p:sp>
          <p:nvSpPr>
            <p:cNvPr id="23" name="Shape 51">
              <a:extLst>
                <a:ext uri="{FF2B5EF4-FFF2-40B4-BE49-F238E27FC236}">
                  <a16:creationId xmlns:a16="http://schemas.microsoft.com/office/drawing/2014/main" id="{8FEC05AE-252E-4ABA-1377-80B04EF49510}"/>
                </a:ext>
              </a:extLst>
            </p:cNvPr>
            <p:cNvSpPr/>
            <p:nvPr/>
          </p:nvSpPr>
          <p:spPr>
            <a:xfrm>
              <a:off x="3301980" y="1691385"/>
              <a:ext cx="1893824" cy="44714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1D6FA5">
                  <a:alpha val="60000"/>
                </a:srgbClr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6" name="Text 52">
              <a:extLst>
                <a:ext uri="{FF2B5EF4-FFF2-40B4-BE49-F238E27FC236}">
                  <a16:creationId xmlns:a16="http://schemas.microsoft.com/office/drawing/2014/main" id="{483DF8BC-0DB4-725C-885C-79F80F12FA2E}"/>
                </a:ext>
              </a:extLst>
            </p:cNvPr>
            <p:cNvSpPr/>
            <p:nvPr/>
          </p:nvSpPr>
          <p:spPr>
            <a:xfrm>
              <a:off x="3362940" y="1675228"/>
              <a:ext cx="177190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33" dirty="0">
                  <a:solidFill>
                    <a:srgbClr val="1D6FA5"/>
                  </a:solidFill>
                </a:rPr>
                <a:t>LogAnalyticsAgentTelemetry</a:t>
              </a:r>
              <a:endParaRPr lang="en-US" sz="1133" dirty="0"/>
            </a:p>
          </p:txBody>
        </p:sp>
        <p:sp>
          <p:nvSpPr>
            <p:cNvPr id="27" name="Text 53">
              <a:extLst>
                <a:ext uri="{FF2B5EF4-FFF2-40B4-BE49-F238E27FC236}">
                  <a16:creationId xmlns:a16="http://schemas.microsoft.com/office/drawing/2014/main" id="{15458E59-B065-453F-AB6D-0756DEB8BD9A}"/>
                </a:ext>
              </a:extLst>
            </p:cNvPr>
            <p:cNvSpPr/>
            <p:nvPr/>
          </p:nvSpPr>
          <p:spPr>
            <a:xfrm>
              <a:off x="3351698" y="1870300"/>
              <a:ext cx="1771904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dirty="0">
                  <a:solidFill>
                    <a:srgbClr val="374151"/>
                  </a:solidFill>
                </a:rPr>
                <a:t>Log Analytics Workspace</a:t>
              </a:r>
              <a:endParaRPr lang="en-US" sz="10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7CBEA7-ED68-5833-DFE5-5D327A41F2DD}"/>
              </a:ext>
            </a:extLst>
          </p:cNvPr>
          <p:cNvGrpSpPr/>
          <p:nvPr/>
        </p:nvGrpSpPr>
        <p:grpSpPr>
          <a:xfrm>
            <a:off x="3339869" y="3328404"/>
            <a:ext cx="1751435" cy="531206"/>
            <a:chOff x="7532459" y="1053703"/>
            <a:chExt cx="1751435" cy="531206"/>
          </a:xfrm>
        </p:grpSpPr>
        <p:sp>
          <p:nvSpPr>
            <p:cNvPr id="28" name="Shape 77">
              <a:extLst>
                <a:ext uri="{FF2B5EF4-FFF2-40B4-BE49-F238E27FC236}">
                  <a16:creationId xmlns:a16="http://schemas.microsoft.com/office/drawing/2014/main" id="{76F5A9B1-9DF8-6F12-6439-89660499BBFA}"/>
                </a:ext>
              </a:extLst>
            </p:cNvPr>
            <p:cNvSpPr/>
            <p:nvPr/>
          </p:nvSpPr>
          <p:spPr>
            <a:xfrm>
              <a:off x="7593419" y="1073767"/>
              <a:ext cx="1680758" cy="511142"/>
            </a:xfrm>
            <a:prstGeom prst="rect">
              <a:avLst/>
            </a:prstGeom>
            <a:solidFill>
              <a:srgbClr val="FEF3C7"/>
            </a:solidFill>
            <a:ln w="12700">
              <a:solidFill>
                <a:srgbClr val="B45309">
                  <a:alpha val="60000"/>
                </a:srgbClr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1" name="Text 78">
              <a:extLst>
                <a:ext uri="{FF2B5EF4-FFF2-40B4-BE49-F238E27FC236}">
                  <a16:creationId xmlns:a16="http://schemas.microsoft.com/office/drawing/2014/main" id="{33D8D982-DDB7-3271-B6B7-3FF6230CE980}"/>
                </a:ext>
              </a:extLst>
            </p:cNvPr>
            <p:cNvSpPr/>
            <p:nvPr/>
          </p:nvSpPr>
          <p:spPr>
            <a:xfrm>
              <a:off x="7532459" y="1053703"/>
              <a:ext cx="1751435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33" b="1" dirty="0">
                  <a:solidFill>
                    <a:srgbClr val="B45309"/>
                  </a:solidFill>
                </a:rPr>
                <a:t>stagenttelemetrymwc</a:t>
              </a:r>
              <a:endParaRPr lang="en-US" sz="1133" dirty="0"/>
            </a:p>
          </p:txBody>
        </p:sp>
        <p:sp>
          <p:nvSpPr>
            <p:cNvPr id="32" name="Text 79">
              <a:extLst>
                <a:ext uri="{FF2B5EF4-FFF2-40B4-BE49-F238E27FC236}">
                  <a16:creationId xmlns:a16="http://schemas.microsoft.com/office/drawing/2014/main" id="{4EC745F5-0C40-72CC-BEC2-9C1C021060EE}"/>
                </a:ext>
              </a:extLst>
            </p:cNvPr>
            <p:cNvSpPr/>
            <p:nvPr/>
          </p:nvSpPr>
          <p:spPr>
            <a:xfrm>
              <a:off x="7699151" y="1296272"/>
              <a:ext cx="1580168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dirty="0">
                  <a:solidFill>
                    <a:srgbClr val="374151"/>
                  </a:solidFill>
                </a:rPr>
                <a:t>Storage Account · East US</a:t>
              </a:r>
              <a:endParaRPr lang="en-US" sz="1000" dirty="0"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823BB240-E72A-3242-0EA4-77F6DD241E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0520" y="4023785"/>
            <a:ext cx="518183" cy="41948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AE1854E-28C7-0AF4-AA82-E523C6EA482E}"/>
              </a:ext>
            </a:extLst>
          </p:cNvPr>
          <p:cNvSpPr txBox="1"/>
          <p:nvPr/>
        </p:nvSpPr>
        <p:spPr>
          <a:xfrm>
            <a:off x="4443405" y="4335817"/>
            <a:ext cx="466691" cy="250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Blob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429999D-F79F-6CE4-9353-F19DD0EF1392}"/>
              </a:ext>
            </a:extLst>
          </p:cNvPr>
          <p:cNvSpPr/>
          <p:nvPr/>
        </p:nvSpPr>
        <p:spPr>
          <a:xfrm>
            <a:off x="8442715" y="1464858"/>
            <a:ext cx="2593419" cy="439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Azure Monitor Alerts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D9D2FF4-CA3C-5515-7E99-CC66208262A2}"/>
              </a:ext>
            </a:extLst>
          </p:cNvPr>
          <p:cNvCxnSpPr>
            <a:cxnSpLocks/>
          </p:cNvCxnSpPr>
          <p:nvPr/>
        </p:nvCxnSpPr>
        <p:spPr>
          <a:xfrm>
            <a:off x="4676750" y="4586531"/>
            <a:ext cx="0" cy="3499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65BEE4F-B081-2431-4B90-41AA2346D2D4}"/>
              </a:ext>
            </a:extLst>
          </p:cNvPr>
          <p:cNvCxnSpPr>
            <a:cxnSpLocks/>
          </p:cNvCxnSpPr>
          <p:nvPr/>
        </p:nvCxnSpPr>
        <p:spPr>
          <a:xfrm flipH="1">
            <a:off x="2760322" y="5552218"/>
            <a:ext cx="3787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7CA56F5C-BDFA-A1B8-F1B2-CB26FAFD5C95}"/>
              </a:ext>
            </a:extLst>
          </p:cNvPr>
          <p:cNvSpPr/>
          <p:nvPr/>
        </p:nvSpPr>
        <p:spPr>
          <a:xfrm>
            <a:off x="1133451" y="1820764"/>
            <a:ext cx="1103963" cy="465616"/>
          </a:xfrm>
          <a:prstGeom prst="rect">
            <a:avLst/>
          </a:prstGeom>
          <a:solidFill>
            <a:srgbClr val="00B050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Copilot Studio Agent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B97E4F5-E3F4-C09E-CCFB-BF14E4CBED36}"/>
              </a:ext>
            </a:extLst>
          </p:cNvPr>
          <p:cNvSpPr/>
          <p:nvPr/>
        </p:nvSpPr>
        <p:spPr>
          <a:xfrm>
            <a:off x="1137890" y="1193052"/>
            <a:ext cx="1103963" cy="465616"/>
          </a:xfrm>
          <a:prstGeom prst="rect">
            <a:avLst/>
          </a:prstGeom>
          <a:solidFill>
            <a:srgbClr val="00B050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Copilot Studio Agent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8C71479-78D4-7E85-71A3-19E5A690B6F9}"/>
              </a:ext>
            </a:extLst>
          </p:cNvPr>
          <p:cNvCxnSpPr>
            <a:cxnSpLocks/>
          </p:cNvCxnSpPr>
          <p:nvPr/>
        </p:nvCxnSpPr>
        <p:spPr>
          <a:xfrm flipV="1">
            <a:off x="2359839" y="1532870"/>
            <a:ext cx="667389" cy="499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0A074404-871F-C824-76E5-6A67380F27B2}"/>
              </a:ext>
            </a:extLst>
          </p:cNvPr>
          <p:cNvCxnSpPr>
            <a:cxnSpLocks/>
          </p:cNvCxnSpPr>
          <p:nvPr/>
        </p:nvCxnSpPr>
        <p:spPr>
          <a:xfrm>
            <a:off x="2359839" y="1405899"/>
            <a:ext cx="6673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E45B4AF-2111-BBB7-DD0E-6328A7247277}"/>
              </a:ext>
            </a:extLst>
          </p:cNvPr>
          <p:cNvGrpSpPr/>
          <p:nvPr/>
        </p:nvGrpSpPr>
        <p:grpSpPr>
          <a:xfrm>
            <a:off x="6446671" y="1095507"/>
            <a:ext cx="889000" cy="1041334"/>
            <a:chOff x="4658714" y="1565616"/>
            <a:chExt cx="889000" cy="1041334"/>
          </a:xfrm>
        </p:grpSpPr>
        <p:pic>
          <p:nvPicPr>
            <p:cNvPr id="1026" name="Picture 2" descr="Python Logo, Icon, Sign, Emblem, Badge PNG">
              <a:extLst>
                <a:ext uri="{FF2B5EF4-FFF2-40B4-BE49-F238E27FC236}">
                  <a16:creationId xmlns:a16="http://schemas.microsoft.com/office/drawing/2014/main" id="{4F9A4158-8871-5794-5B24-B3785A12E9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8714" y="1565616"/>
              <a:ext cx="889000" cy="889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BA1ACB2E-41EE-AA20-AA99-CC9625E0DFBB}"/>
                </a:ext>
              </a:extLst>
            </p:cNvPr>
            <p:cNvSpPr txBox="1"/>
            <p:nvPr/>
          </p:nvSpPr>
          <p:spPr>
            <a:xfrm>
              <a:off x="4714874" y="2360729"/>
              <a:ext cx="71511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Sync Job</a:t>
              </a:r>
            </a:p>
          </p:txBody>
        </p:sp>
      </p:grpSp>
      <p:cxnSp>
        <p:nvCxnSpPr>
          <p:cNvPr id="1032" name="Straight Arrow Connector 1031">
            <a:extLst>
              <a:ext uri="{FF2B5EF4-FFF2-40B4-BE49-F238E27FC236}">
                <a16:creationId xmlns:a16="http://schemas.microsoft.com/office/drawing/2014/main" id="{70BC92E4-6630-D0C7-03D8-DE6DA8657171}"/>
              </a:ext>
            </a:extLst>
          </p:cNvPr>
          <p:cNvCxnSpPr>
            <a:cxnSpLocks/>
          </p:cNvCxnSpPr>
          <p:nvPr/>
        </p:nvCxnSpPr>
        <p:spPr>
          <a:xfrm>
            <a:off x="5555462" y="1557641"/>
            <a:ext cx="686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" name="Text 39">
            <a:extLst>
              <a:ext uri="{FF2B5EF4-FFF2-40B4-BE49-F238E27FC236}">
                <a16:creationId xmlns:a16="http://schemas.microsoft.com/office/drawing/2014/main" id="{541C0D56-F8E1-D2A2-6B15-EF62A534384B}"/>
              </a:ext>
            </a:extLst>
          </p:cNvPr>
          <p:cNvSpPr/>
          <p:nvPr/>
        </p:nvSpPr>
        <p:spPr>
          <a:xfrm>
            <a:off x="3228849" y="5039349"/>
            <a:ext cx="19304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0D9488"/>
                </a:solidFill>
              </a:rPr>
              <a:t>agent-telemetry-env</a:t>
            </a:r>
            <a:endParaRPr lang="en-US" sz="1133" dirty="0"/>
          </a:p>
        </p:txBody>
      </p:sp>
      <p:sp>
        <p:nvSpPr>
          <p:cNvPr id="1036" name="Text 40">
            <a:extLst>
              <a:ext uri="{FF2B5EF4-FFF2-40B4-BE49-F238E27FC236}">
                <a16:creationId xmlns:a16="http://schemas.microsoft.com/office/drawing/2014/main" id="{52C9A5CD-EBE4-1AE0-288D-959E4D6E40D9}"/>
              </a:ext>
            </a:extLst>
          </p:cNvPr>
          <p:cNvSpPr/>
          <p:nvPr/>
        </p:nvSpPr>
        <p:spPr>
          <a:xfrm>
            <a:off x="3167888" y="5234421"/>
            <a:ext cx="2053517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374151"/>
                </a:solidFill>
              </a:rPr>
              <a:t>Container Apps Env · East US</a:t>
            </a:r>
            <a:endParaRPr lang="en-US"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497716-9E60-5D2C-9A04-296E74BD2C7C}"/>
              </a:ext>
            </a:extLst>
          </p:cNvPr>
          <p:cNvSpPr/>
          <p:nvPr/>
        </p:nvSpPr>
        <p:spPr>
          <a:xfrm>
            <a:off x="8442715" y="1908679"/>
            <a:ext cx="2593419" cy="439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Power Platform Env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2B670F-34EA-A72C-9144-5D82DCF18367}"/>
              </a:ext>
            </a:extLst>
          </p:cNvPr>
          <p:cNvSpPr/>
          <p:nvPr/>
        </p:nvSpPr>
        <p:spPr>
          <a:xfrm>
            <a:off x="8442715" y="2350624"/>
            <a:ext cx="2593419" cy="439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M365 Usage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7A5A1D-D297-B810-8CF2-9428C7EE2AF7}"/>
              </a:ext>
            </a:extLst>
          </p:cNvPr>
          <p:cNvSpPr/>
          <p:nvPr/>
        </p:nvSpPr>
        <p:spPr>
          <a:xfrm>
            <a:off x="8442715" y="2782429"/>
            <a:ext cx="2593419" cy="439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Viva Insights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3278BE-5E4C-9A5E-18FA-8431DBF3BD27}"/>
              </a:ext>
            </a:extLst>
          </p:cNvPr>
          <p:cNvSpPr/>
          <p:nvPr/>
        </p:nvSpPr>
        <p:spPr>
          <a:xfrm>
            <a:off x="8442715" y="3226250"/>
            <a:ext cx="2593419" cy="439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Teams Usage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E9DEB9-BDCC-0935-263F-8A0FCF1868A8}"/>
              </a:ext>
            </a:extLst>
          </p:cNvPr>
          <p:cNvSpPr/>
          <p:nvPr/>
        </p:nvSpPr>
        <p:spPr>
          <a:xfrm>
            <a:off x="8442715" y="3668195"/>
            <a:ext cx="2593419" cy="439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Dataverse</a:t>
            </a:r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5512C701-F356-D5C8-D562-65C168E5D499}"/>
              </a:ext>
            </a:extLst>
          </p:cNvPr>
          <p:cNvSpPr/>
          <p:nvPr/>
        </p:nvSpPr>
        <p:spPr>
          <a:xfrm>
            <a:off x="7615793" y="1095507"/>
            <a:ext cx="1223346" cy="3377429"/>
          </a:xfrm>
          <a:prstGeom prst="leftBrace">
            <a:avLst>
              <a:gd name="adj1" fmla="val 8780"/>
              <a:gd name="adj2" fmla="val 115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0E3C9B2-C85E-5847-1624-7AC50DF5965E}"/>
              </a:ext>
            </a:extLst>
          </p:cNvPr>
          <p:cNvCxnSpPr>
            <a:stCxn id="1027" idx="2"/>
            <a:endCxn id="41" idx="3"/>
          </p:cNvCxnSpPr>
          <p:nvPr/>
        </p:nvCxnSpPr>
        <p:spPr>
          <a:xfrm rot="5400000">
            <a:off x="4851204" y="2224340"/>
            <a:ext cx="2096685" cy="19216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Graphic 38" descr="Group of men with solid fill">
            <a:extLst>
              <a:ext uri="{FF2B5EF4-FFF2-40B4-BE49-F238E27FC236}">
                <a16:creationId xmlns:a16="http://schemas.microsoft.com/office/drawing/2014/main" id="{43F8BD29-C7F9-5D09-F71E-5AC1B9C271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7920" y="5255685"/>
            <a:ext cx="598838" cy="598838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4DC9AE09-22EF-81F6-D62D-7FB754850ED3}"/>
              </a:ext>
            </a:extLst>
          </p:cNvPr>
          <p:cNvGrpSpPr/>
          <p:nvPr/>
        </p:nvGrpSpPr>
        <p:grpSpPr>
          <a:xfrm>
            <a:off x="4293296" y="5451589"/>
            <a:ext cx="788291" cy="551556"/>
            <a:chOff x="3930790" y="4177501"/>
            <a:chExt cx="907181" cy="631631"/>
          </a:xfrm>
        </p:grpSpPr>
        <p:pic>
          <p:nvPicPr>
            <p:cNvPr id="49" name="Picture 10">
              <a:extLst>
                <a:ext uri="{FF2B5EF4-FFF2-40B4-BE49-F238E27FC236}">
                  <a16:creationId xmlns:a16="http://schemas.microsoft.com/office/drawing/2014/main" id="{A93ECBF3-F168-B052-31F7-CEB10CBBE3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4067" y="4177501"/>
              <a:ext cx="420628" cy="420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4AC43CB-408E-54FC-2CF5-DA21D5078FC4}"/>
                </a:ext>
              </a:extLst>
            </p:cNvPr>
            <p:cNvSpPr txBox="1"/>
            <p:nvPr/>
          </p:nvSpPr>
          <p:spPr>
            <a:xfrm>
              <a:off x="3930790" y="4558418"/>
              <a:ext cx="907181" cy="2507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Entra MCP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890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086C2D-84F6-4C18-5B4B-8F5CE0BCB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B55D76A-9B6E-CD41-ABBE-F6C938295BA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1FC0F4-E648-3BD7-2889-E915F185A952}"/>
              </a:ext>
            </a:extLst>
          </p:cNvPr>
          <p:cNvSpPr txBox="1"/>
          <p:nvPr/>
        </p:nvSpPr>
        <p:spPr>
          <a:xfrm>
            <a:off x="2394954" y="3141377"/>
            <a:ext cx="11895438" cy="1621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You are an AI agent telemetry analyst. You help users understand and investigate telemetry data from their Copilot Studio and AI Foundry agents. When prompts are submitted look </a:t>
            </a:r>
            <a:r>
              <a:rPr lang="en-US" sz="800" dirty="0" err="1"/>
              <a:t>accross</a:t>
            </a:r>
            <a:r>
              <a:rPr lang="en-US" sz="800" dirty="0"/>
              <a:t> all deployments including production, testing and design-mode.</a:t>
            </a:r>
          </a:p>
          <a:p>
            <a:endParaRPr lang="en-US" sz="800" dirty="0"/>
          </a:p>
          <a:p>
            <a:r>
              <a:rPr lang="en-US" sz="800" dirty="0"/>
              <a:t>You have access to a set of MCP tools that query a live telemetry database. Use these tools to answer questions accurately — do not guess or fabricate data.</a:t>
            </a:r>
          </a:p>
          <a:p>
            <a:endParaRPr lang="en-US" sz="800" dirty="0"/>
          </a:p>
          <a:p>
            <a:r>
              <a:rPr lang="en-US" sz="800" dirty="0"/>
              <a:t>## Your capabilities</a:t>
            </a:r>
          </a:p>
          <a:p>
            <a:r>
              <a:rPr lang="en-US" sz="800" dirty="0"/>
              <a:t>- Summarize conversation volumes, success rates, and error rates over time</a:t>
            </a:r>
          </a:p>
          <a:p>
            <a:r>
              <a:rPr lang="en-US" sz="800" dirty="0"/>
              <a:t>- Identify the most active users and usage patterns</a:t>
            </a:r>
          </a:p>
          <a:p>
            <a:r>
              <a:rPr lang="en-US" sz="800" dirty="0"/>
              <a:t>- Investigate specific conversations end-to-end using session and conversation IDs</a:t>
            </a:r>
          </a:p>
          <a:p>
            <a:r>
              <a:rPr lang="en-US" sz="800" dirty="0"/>
              <a:t>- Analyze connector call performance and failure rates</a:t>
            </a:r>
          </a:p>
          <a:p>
            <a:r>
              <a:rPr lang="en-US" sz="800" dirty="0"/>
              <a:t>- List agents with their environment, solution, and deployment status</a:t>
            </a:r>
          </a:p>
          <a:p>
            <a:r>
              <a:rPr lang="en-US" sz="800" dirty="0"/>
              <a:t>- Show which Power Platform environments agents are deployed to and what DLP policies govern them</a:t>
            </a:r>
          </a:p>
          <a:p>
            <a:r>
              <a:rPr lang="en-US" sz="800" dirty="0"/>
              <a:t>- Cross-reference </a:t>
            </a:r>
            <a:r>
              <a:rPr lang="en-US" sz="800" dirty="0" err="1"/>
              <a:t>OTel</a:t>
            </a:r>
            <a:r>
              <a:rPr lang="en-US" sz="800" dirty="0"/>
              <a:t> connector failures with Azure Monitor exceptions and alerts on the same conversation</a:t>
            </a:r>
          </a:p>
          <a:p>
            <a:r>
              <a:rPr lang="en-US" sz="800" dirty="0"/>
              <a:t>- Identify conversations flagged by both telemetry sources (highest severity)</a:t>
            </a:r>
          </a:p>
          <a:p>
            <a:r>
              <a:rPr lang="en-US" sz="800" dirty="0"/>
              <a:t>- Run custom SQL queries for advanced analysis</a:t>
            </a:r>
          </a:p>
          <a:p>
            <a:endParaRPr lang="en-US" sz="800" dirty="0"/>
          </a:p>
          <a:p>
            <a:r>
              <a:rPr lang="en-US" sz="800" dirty="0"/>
              <a:t>## How to respond</a:t>
            </a:r>
          </a:p>
          <a:p>
            <a:r>
              <a:rPr lang="en-US" sz="800" dirty="0"/>
              <a:t>- Always query the data before answering — do not estimate</a:t>
            </a:r>
          </a:p>
          <a:p>
            <a:r>
              <a:rPr lang="en-US" sz="800" dirty="0"/>
              <a:t>- When showing counts or metrics, state the time window they cover</a:t>
            </a:r>
          </a:p>
          <a:p>
            <a:r>
              <a:rPr lang="en-US" sz="800" dirty="0"/>
              <a:t>- For errors or failures, offer to drill into specifics if the user wants more detail</a:t>
            </a:r>
          </a:p>
          <a:p>
            <a:r>
              <a:rPr lang="en-US" sz="800" dirty="0"/>
              <a:t>- Present results in clear tables or bullet points where appropriate</a:t>
            </a:r>
          </a:p>
          <a:p>
            <a:r>
              <a:rPr lang="en-US" sz="800" dirty="0"/>
              <a:t>- If a query returns no data, say so clearly and suggest why (e.g. no telemetry synced yet, time range too narrow, feature requires Power Platform Admin role)</a:t>
            </a:r>
          </a:p>
          <a:p>
            <a:r>
              <a:rPr lang="en-US" sz="800" dirty="0"/>
              <a:t>- If </a:t>
            </a:r>
            <a:r>
              <a:rPr lang="en-US" sz="800" dirty="0" err="1"/>
              <a:t>az_dependency_failures</a:t>
            </a:r>
            <a:r>
              <a:rPr lang="en-US" sz="800" dirty="0"/>
              <a:t> and </a:t>
            </a:r>
            <a:r>
              <a:rPr lang="en-US" sz="800" dirty="0" err="1"/>
              <a:t>az_exceptions</a:t>
            </a:r>
            <a:r>
              <a:rPr lang="en-US" sz="800" dirty="0"/>
              <a:t> are empty, note that Azure Monitor data has not been synced yet</a:t>
            </a:r>
          </a:p>
          <a:p>
            <a:endParaRPr lang="en-US" sz="800" dirty="0"/>
          </a:p>
          <a:p>
            <a:r>
              <a:rPr lang="en-US" sz="800" dirty="0"/>
              <a:t>## Tools available</a:t>
            </a:r>
          </a:p>
          <a:p>
            <a:r>
              <a:rPr lang="en-US" sz="800" dirty="0"/>
              <a:t>- </a:t>
            </a:r>
            <a:r>
              <a:rPr lang="en-US" sz="800" dirty="0" err="1"/>
              <a:t>get_agents</a:t>
            </a:r>
            <a:r>
              <a:rPr lang="en-US" sz="800" dirty="0"/>
              <a:t> — list all Copilot Studio agents with display name, environment, solution name/version, and publish status</a:t>
            </a:r>
          </a:p>
          <a:p>
            <a:r>
              <a:rPr lang="en-US" sz="800" dirty="0"/>
              <a:t>- </a:t>
            </a:r>
            <a:r>
              <a:rPr lang="en-US" sz="800" dirty="0" err="1"/>
              <a:t>get_environments</a:t>
            </a:r>
            <a:r>
              <a:rPr lang="en-US" sz="800" dirty="0"/>
              <a:t> — Power Platform environments with their deployed agents and applicable DLP policies</a:t>
            </a:r>
          </a:p>
          <a:p>
            <a:r>
              <a:rPr lang="en-US" sz="800" dirty="0"/>
              <a:t>- </a:t>
            </a:r>
            <a:r>
              <a:rPr lang="en-US" sz="800" dirty="0" err="1"/>
              <a:t>get_summary_stats</a:t>
            </a:r>
            <a:r>
              <a:rPr lang="en-US" sz="800" dirty="0"/>
              <a:t> — overall metrics snapshot</a:t>
            </a:r>
          </a:p>
          <a:p>
            <a:r>
              <a:rPr lang="en-US" sz="800" dirty="0"/>
              <a:t>- </a:t>
            </a:r>
            <a:r>
              <a:rPr lang="en-US" sz="800" dirty="0" err="1"/>
              <a:t>get_conversations</a:t>
            </a:r>
            <a:r>
              <a:rPr lang="en-US" sz="800" dirty="0"/>
              <a:t> — list recent conversations with per-conversation stats</a:t>
            </a:r>
          </a:p>
          <a:p>
            <a:r>
              <a:rPr lang="en-US" sz="800" dirty="0"/>
              <a:t>- </a:t>
            </a:r>
            <a:r>
              <a:rPr lang="en-US" sz="800" dirty="0" err="1"/>
              <a:t>get_conversation_detail</a:t>
            </a:r>
            <a:r>
              <a:rPr lang="en-US" sz="800" dirty="0"/>
              <a:t> — full event trace for a single conversation</a:t>
            </a:r>
          </a:p>
          <a:p>
            <a:r>
              <a:rPr lang="en-US" sz="800" dirty="0"/>
              <a:t>- </a:t>
            </a:r>
            <a:r>
              <a:rPr lang="en-US" sz="800" dirty="0" err="1"/>
              <a:t>get_connector_calls</a:t>
            </a:r>
            <a:r>
              <a:rPr lang="en-US" sz="800" dirty="0"/>
              <a:t> — connector call logs with timing and success info</a:t>
            </a:r>
          </a:p>
          <a:p>
            <a:r>
              <a:rPr lang="en-US" sz="800" dirty="0"/>
              <a:t>- </a:t>
            </a:r>
            <a:r>
              <a:rPr lang="en-US" sz="800" dirty="0" err="1"/>
              <a:t>get_top_connectors</a:t>
            </a:r>
            <a:r>
              <a:rPr lang="en-US" sz="800" dirty="0"/>
              <a:t> — connectors ranked by usage with latency and failure stats</a:t>
            </a:r>
          </a:p>
          <a:p>
            <a:r>
              <a:rPr lang="en-US" sz="800" dirty="0"/>
              <a:t>- </a:t>
            </a:r>
            <a:r>
              <a:rPr lang="en-US" sz="800" dirty="0" err="1"/>
              <a:t>search_by_user</a:t>
            </a:r>
            <a:r>
              <a:rPr lang="en-US" sz="800" dirty="0"/>
              <a:t> — all activity for a specific Azure AD user ID</a:t>
            </a:r>
          </a:p>
          <a:p>
            <a:r>
              <a:rPr lang="en-US" sz="800" dirty="0"/>
              <a:t>- </a:t>
            </a:r>
            <a:r>
              <a:rPr lang="en-US" sz="800" dirty="0" err="1"/>
              <a:t>run_sql</a:t>
            </a:r>
            <a:r>
              <a:rPr lang="en-US" sz="800" dirty="0"/>
              <a:t> — custom SELECT query for anything not covered by the tools above</a:t>
            </a:r>
          </a:p>
          <a:p>
            <a:r>
              <a:rPr lang="en-US" sz="800" dirty="0"/>
              <a:t>- </a:t>
            </a:r>
            <a:r>
              <a:rPr lang="en-US" sz="800" dirty="0" err="1"/>
              <a:t>get_user_prompts</a:t>
            </a:r>
            <a:r>
              <a:rPr lang="en-US" sz="800" dirty="0"/>
              <a:t> — list user prompts sent to agents; supports keyword search, conversation filter, and production/test filter</a:t>
            </a:r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## Database schema</a:t>
            </a:r>
          </a:p>
          <a:p>
            <a:endParaRPr lang="en-US" sz="800" dirty="0"/>
          </a:p>
          <a:p>
            <a:r>
              <a:rPr lang="en-US" sz="800" dirty="0"/>
              <a:t>### </a:t>
            </a:r>
            <a:r>
              <a:rPr lang="en-US" sz="800" dirty="0" err="1"/>
              <a:t>OTel</a:t>
            </a:r>
            <a:r>
              <a:rPr lang="en-US" sz="800" dirty="0"/>
              <a:t> tables (Copilot Studio telemetry)</a:t>
            </a:r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conversation_events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row_id</a:t>
            </a:r>
            <a:r>
              <a:rPr lang="en-US" sz="800" dirty="0"/>
              <a:t>, </a:t>
            </a:r>
            <a:r>
              <a:rPr lang="en-US" sz="800" dirty="0" err="1"/>
              <a:t>run_id</a:t>
            </a:r>
            <a:r>
              <a:rPr lang="en-US" sz="800" dirty="0"/>
              <a:t>, timestamp, </a:t>
            </a:r>
            <a:r>
              <a:rPr lang="en-US" sz="800" dirty="0" err="1"/>
              <a:t>event_name</a:t>
            </a:r>
            <a:r>
              <a:rPr lang="en-US" sz="800" dirty="0"/>
              <a:t>, </a:t>
            </a:r>
            <a:r>
              <a:rPr lang="en-US" sz="800" dirty="0" err="1"/>
              <a:t>session_id</a:t>
            </a:r>
            <a:r>
              <a:rPr lang="en-US" sz="800" dirty="0"/>
              <a:t>, </a:t>
            </a:r>
            <a:r>
              <a:rPr lang="en-US" sz="800" dirty="0" err="1"/>
              <a:t>user_id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conversation_id</a:t>
            </a:r>
            <a:r>
              <a:rPr lang="en-US" sz="800" dirty="0"/>
              <a:t>, </a:t>
            </a:r>
            <a:r>
              <a:rPr lang="en-US" sz="800" dirty="0" err="1"/>
              <a:t>channel_id</a:t>
            </a:r>
            <a:r>
              <a:rPr lang="en-US" sz="800" dirty="0"/>
              <a:t>, </a:t>
            </a:r>
            <a:r>
              <a:rPr lang="en-US" sz="800" dirty="0" err="1"/>
              <a:t>design_mode</a:t>
            </a:r>
            <a:r>
              <a:rPr lang="en-US" sz="800" dirty="0"/>
              <a:t> (0/1), </a:t>
            </a:r>
            <a:r>
              <a:rPr lang="en-US" sz="800" dirty="0" err="1"/>
              <a:t>topic_name</a:t>
            </a:r>
            <a:r>
              <a:rPr lang="en-US" sz="800" dirty="0"/>
              <a:t>, text, properties</a:t>
            </a:r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connector_calls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row_id</a:t>
            </a:r>
            <a:r>
              <a:rPr lang="en-US" sz="800" dirty="0"/>
              <a:t>, </a:t>
            </a:r>
            <a:r>
              <a:rPr lang="en-US" sz="800" dirty="0" err="1"/>
              <a:t>run_id</a:t>
            </a:r>
            <a:r>
              <a:rPr lang="en-US" sz="800" dirty="0"/>
              <a:t>, timestamp, </a:t>
            </a:r>
            <a:r>
              <a:rPr lang="en-US" sz="800" dirty="0" err="1"/>
              <a:t>connector_name</a:t>
            </a:r>
            <a:r>
              <a:rPr lang="en-US" sz="800" dirty="0"/>
              <a:t>, </a:t>
            </a:r>
            <a:r>
              <a:rPr lang="en-US" sz="800" dirty="0" err="1"/>
              <a:t>action_target</a:t>
            </a:r>
            <a:r>
              <a:rPr lang="en-US" sz="800" dirty="0"/>
              <a:t>, </a:t>
            </a:r>
            <a:r>
              <a:rPr lang="en-US" sz="800" dirty="0" err="1"/>
              <a:t>session_id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user_id</a:t>
            </a:r>
            <a:r>
              <a:rPr lang="en-US" sz="800" dirty="0"/>
              <a:t>, </a:t>
            </a:r>
            <a:r>
              <a:rPr lang="en-US" sz="800" dirty="0" err="1"/>
              <a:t>conversation_id</a:t>
            </a:r>
            <a:r>
              <a:rPr lang="en-US" sz="800" dirty="0"/>
              <a:t>, </a:t>
            </a:r>
            <a:r>
              <a:rPr lang="en-US" sz="800" dirty="0" err="1"/>
              <a:t>channel_id</a:t>
            </a:r>
            <a:r>
              <a:rPr lang="en-US" sz="800" dirty="0"/>
              <a:t>, </a:t>
            </a:r>
            <a:r>
              <a:rPr lang="en-US" sz="800" dirty="0" err="1"/>
              <a:t>design_mode</a:t>
            </a:r>
            <a:r>
              <a:rPr lang="en-US" sz="800" dirty="0"/>
              <a:t> (0/1)</a:t>
            </a:r>
          </a:p>
          <a:p>
            <a:r>
              <a:rPr lang="en-US" sz="800" dirty="0"/>
              <a:t>- success (0/1), </a:t>
            </a:r>
            <a:r>
              <a:rPr lang="en-US" sz="800" dirty="0" err="1"/>
              <a:t>result_code</a:t>
            </a:r>
            <a:r>
              <a:rPr lang="en-US" sz="800" dirty="0"/>
              <a:t>, </a:t>
            </a:r>
            <a:r>
              <a:rPr lang="en-US" sz="800" dirty="0" err="1"/>
              <a:t>duration_ms</a:t>
            </a:r>
            <a:r>
              <a:rPr lang="en-US" sz="800" dirty="0"/>
              <a:t>, properties</a:t>
            </a:r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sync_runs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run_id</a:t>
            </a:r>
            <a:r>
              <a:rPr lang="en-US" sz="800" dirty="0"/>
              <a:t>, </a:t>
            </a:r>
            <a:r>
              <a:rPr lang="en-US" sz="800" dirty="0" err="1"/>
              <a:t>started_at</a:t>
            </a:r>
            <a:r>
              <a:rPr lang="en-US" sz="800" dirty="0"/>
              <a:t>, </a:t>
            </a:r>
            <a:r>
              <a:rPr lang="en-US" sz="800" dirty="0" err="1"/>
              <a:t>events_new</a:t>
            </a:r>
            <a:r>
              <a:rPr lang="en-US" sz="800" dirty="0"/>
              <a:t>, </a:t>
            </a:r>
            <a:r>
              <a:rPr lang="en-US" sz="800" dirty="0" err="1"/>
              <a:t>calls_new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### Power Platform metadata</a:t>
            </a:r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pva_bots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bot_id</a:t>
            </a:r>
            <a:r>
              <a:rPr lang="en-US" sz="800" dirty="0"/>
              <a:t>, </a:t>
            </a:r>
            <a:r>
              <a:rPr lang="en-US" sz="800" dirty="0" err="1"/>
              <a:t>display_name</a:t>
            </a:r>
            <a:r>
              <a:rPr lang="en-US" sz="800" dirty="0"/>
              <a:t>, </a:t>
            </a:r>
            <a:r>
              <a:rPr lang="en-US" sz="800" dirty="0" err="1"/>
              <a:t>schema_name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environment_id</a:t>
            </a:r>
            <a:r>
              <a:rPr lang="en-US" sz="800" dirty="0"/>
              <a:t> (joins </a:t>
            </a:r>
            <a:r>
              <a:rPr lang="en-US" sz="800" dirty="0" err="1"/>
              <a:t>pva_environments</a:t>
            </a:r>
            <a:r>
              <a:rPr lang="en-US" sz="800" dirty="0"/>
              <a:t>), </a:t>
            </a:r>
            <a:r>
              <a:rPr lang="en-US" sz="800" dirty="0" err="1"/>
              <a:t>created_at</a:t>
            </a:r>
            <a:r>
              <a:rPr lang="en-US" sz="800" dirty="0"/>
              <a:t>, </a:t>
            </a:r>
            <a:r>
              <a:rPr lang="en-US" sz="800" dirty="0" err="1"/>
              <a:t>modified_at</a:t>
            </a:r>
            <a:r>
              <a:rPr lang="en-US" sz="800" dirty="0"/>
              <a:t>, </a:t>
            </a:r>
            <a:r>
              <a:rPr lang="en-US" sz="800" dirty="0" err="1"/>
              <a:t>published_at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pva_environments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environment_id</a:t>
            </a:r>
            <a:r>
              <a:rPr lang="en-US" sz="800" dirty="0"/>
              <a:t>, </a:t>
            </a:r>
            <a:r>
              <a:rPr lang="en-US" sz="800" dirty="0" err="1"/>
              <a:t>display_name</a:t>
            </a:r>
            <a:r>
              <a:rPr lang="en-US" sz="800" dirty="0"/>
              <a:t>, type, region, state, </a:t>
            </a:r>
            <a:r>
              <a:rPr lang="en-US" sz="800" dirty="0" err="1"/>
              <a:t>sku</a:t>
            </a:r>
            <a:r>
              <a:rPr lang="en-US" sz="800" dirty="0"/>
              <a:t>, </a:t>
            </a:r>
            <a:r>
              <a:rPr lang="en-US" sz="800" dirty="0" err="1"/>
              <a:t>dataverse_url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pva_bot_solutions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bot_id</a:t>
            </a:r>
            <a:r>
              <a:rPr lang="en-US" sz="800" dirty="0"/>
              <a:t> (joins </a:t>
            </a:r>
            <a:r>
              <a:rPr lang="en-US" sz="800" dirty="0" err="1"/>
              <a:t>pva_bots</a:t>
            </a:r>
            <a:r>
              <a:rPr lang="en-US" sz="800" dirty="0"/>
              <a:t>), </a:t>
            </a:r>
            <a:r>
              <a:rPr lang="en-US" sz="800" dirty="0" err="1"/>
              <a:t>solution_id</a:t>
            </a:r>
            <a:r>
              <a:rPr lang="en-US" sz="800" dirty="0"/>
              <a:t>, </a:t>
            </a:r>
            <a:r>
              <a:rPr lang="en-US" sz="800" dirty="0" err="1"/>
              <a:t>solution_name</a:t>
            </a:r>
            <a:r>
              <a:rPr lang="en-US" sz="800" dirty="0"/>
              <a:t>, </a:t>
            </a:r>
            <a:r>
              <a:rPr lang="en-US" sz="800" dirty="0" err="1"/>
              <a:t>solution_unique</a:t>
            </a:r>
            <a:r>
              <a:rPr lang="en-US" sz="800" dirty="0"/>
              <a:t>, version</a:t>
            </a:r>
          </a:p>
          <a:p>
            <a:r>
              <a:rPr lang="en-US" sz="800" dirty="0"/>
              <a:t>- </a:t>
            </a:r>
            <a:r>
              <a:rPr lang="en-US" sz="800" dirty="0" err="1"/>
              <a:t>is_managed</a:t>
            </a:r>
            <a:r>
              <a:rPr lang="en-US" sz="800" dirty="0"/>
              <a:t>: 1 = managed/deployed from publisher, 0 = unmanaged/in development</a:t>
            </a:r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pva_publishers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publisher_id</a:t>
            </a:r>
            <a:r>
              <a:rPr lang="en-US" sz="800" dirty="0"/>
              <a:t>, </a:t>
            </a:r>
            <a:r>
              <a:rPr lang="en-US" sz="800" dirty="0" err="1"/>
              <a:t>display_name</a:t>
            </a:r>
            <a:r>
              <a:rPr lang="en-US" sz="800" dirty="0"/>
              <a:t>, </a:t>
            </a:r>
            <a:r>
              <a:rPr lang="en-US" sz="800" dirty="0" err="1"/>
              <a:t>unique_name</a:t>
            </a:r>
            <a:r>
              <a:rPr lang="en-US" sz="800" dirty="0"/>
              <a:t>, </a:t>
            </a:r>
            <a:r>
              <a:rPr lang="en-US" sz="800" dirty="0" err="1"/>
              <a:t>custom_prefix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pva_dlp_policies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policy_id</a:t>
            </a:r>
            <a:r>
              <a:rPr lang="en-US" sz="800" dirty="0"/>
              <a:t>, </a:t>
            </a:r>
            <a:r>
              <a:rPr lang="en-US" sz="800" dirty="0" err="1"/>
              <a:t>display_name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environment_type</a:t>
            </a:r>
            <a:r>
              <a:rPr lang="en-US" sz="800" dirty="0"/>
              <a:t>: </a:t>
            </a:r>
            <a:r>
              <a:rPr lang="en-US" sz="800" dirty="0" err="1"/>
              <a:t>AllEnvironments</a:t>
            </a:r>
            <a:r>
              <a:rPr lang="en-US" sz="800" dirty="0"/>
              <a:t> | </a:t>
            </a:r>
            <a:r>
              <a:rPr lang="en-US" sz="800" dirty="0" err="1"/>
              <a:t>OnlyEnvironments</a:t>
            </a:r>
            <a:r>
              <a:rPr lang="en-US" sz="800" dirty="0"/>
              <a:t> | </a:t>
            </a:r>
            <a:r>
              <a:rPr lang="en-US" sz="800" dirty="0" err="1"/>
              <a:t>ExceptEnvironments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blocked_connectors</a:t>
            </a:r>
            <a:r>
              <a:rPr lang="en-US" sz="800" dirty="0"/>
              <a:t>: comma-separated list of blocked connector names</a:t>
            </a:r>
          </a:p>
          <a:p>
            <a:r>
              <a:rPr lang="en-US" sz="800" dirty="0"/>
              <a:t>- </a:t>
            </a:r>
            <a:r>
              <a:rPr lang="en-US" sz="800" dirty="0" err="1"/>
              <a:t>business_connectors</a:t>
            </a:r>
            <a:r>
              <a:rPr lang="en-US" sz="800" dirty="0"/>
              <a:t>: connectors in the Business data group</a:t>
            </a:r>
          </a:p>
          <a:p>
            <a:r>
              <a:rPr lang="en-US" sz="800" dirty="0"/>
              <a:t>- </a:t>
            </a:r>
            <a:r>
              <a:rPr lang="en-US" sz="800" dirty="0" err="1"/>
              <a:t>non_business_connectors</a:t>
            </a:r>
            <a:r>
              <a:rPr lang="en-US" sz="800" dirty="0"/>
              <a:t>: connectors in the Non-business group</a:t>
            </a:r>
          </a:p>
          <a:p>
            <a:r>
              <a:rPr lang="en-US" sz="800" dirty="0"/>
              <a:t>NOTE: Requires Power Platform Admin role to sync — may be empty.</a:t>
            </a:r>
          </a:p>
          <a:p>
            <a:endParaRPr lang="en-US" sz="800" dirty="0"/>
          </a:p>
          <a:p>
            <a:r>
              <a:rPr lang="en-US" sz="800" dirty="0"/>
              <a:t>### Azure Monitor tables (Application Insights)</a:t>
            </a:r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az_dependency_failures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row_id</a:t>
            </a:r>
            <a:r>
              <a:rPr lang="en-US" sz="800" dirty="0"/>
              <a:t>, </a:t>
            </a:r>
            <a:r>
              <a:rPr lang="en-US" sz="800" dirty="0" err="1"/>
              <a:t>operation_id</a:t>
            </a:r>
            <a:r>
              <a:rPr lang="en-US" sz="800" dirty="0"/>
              <a:t>, </a:t>
            </a:r>
            <a:r>
              <a:rPr lang="en-US" sz="800" dirty="0" err="1"/>
              <a:t>agent_id</a:t>
            </a:r>
            <a:r>
              <a:rPr lang="en-US" sz="800" dirty="0"/>
              <a:t>, </a:t>
            </a:r>
            <a:r>
              <a:rPr lang="en-US" sz="800" dirty="0" err="1"/>
              <a:t>agent_name</a:t>
            </a:r>
            <a:r>
              <a:rPr lang="en-US" sz="800" dirty="0"/>
              <a:t>, </a:t>
            </a:r>
            <a:r>
              <a:rPr lang="en-US" sz="800" dirty="0" err="1"/>
              <a:t>env_id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conversation_id</a:t>
            </a:r>
            <a:r>
              <a:rPr lang="en-US" sz="800" dirty="0"/>
              <a:t>, </a:t>
            </a:r>
            <a:r>
              <a:rPr lang="en-US" sz="800" dirty="0" err="1"/>
              <a:t>dependency_name</a:t>
            </a:r>
            <a:r>
              <a:rPr lang="en-US" sz="800" dirty="0"/>
              <a:t>, </a:t>
            </a:r>
            <a:r>
              <a:rPr lang="en-US" sz="800" dirty="0" err="1"/>
              <a:t>result_code</a:t>
            </a:r>
            <a:r>
              <a:rPr lang="en-US" sz="800" dirty="0"/>
              <a:t>, </a:t>
            </a:r>
            <a:r>
              <a:rPr lang="en-US" sz="800" dirty="0" err="1"/>
              <a:t>duration_ms</a:t>
            </a:r>
            <a:r>
              <a:rPr lang="en-US" sz="800" dirty="0"/>
              <a:t>, timestamp</a:t>
            </a:r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az_exceptions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row_id</a:t>
            </a:r>
            <a:r>
              <a:rPr lang="en-US" sz="800" dirty="0"/>
              <a:t>, </a:t>
            </a:r>
            <a:r>
              <a:rPr lang="en-US" sz="800" dirty="0" err="1"/>
              <a:t>operation_id</a:t>
            </a:r>
            <a:r>
              <a:rPr lang="en-US" sz="800" dirty="0"/>
              <a:t>, </a:t>
            </a:r>
            <a:r>
              <a:rPr lang="en-US" sz="800" dirty="0" err="1"/>
              <a:t>agent_id</a:t>
            </a:r>
            <a:r>
              <a:rPr lang="en-US" sz="800" dirty="0"/>
              <a:t>, </a:t>
            </a:r>
            <a:r>
              <a:rPr lang="en-US" sz="800" dirty="0" err="1"/>
              <a:t>conversation_id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exception_type</a:t>
            </a:r>
            <a:r>
              <a:rPr lang="en-US" sz="800" dirty="0"/>
              <a:t>, </a:t>
            </a:r>
            <a:r>
              <a:rPr lang="en-US" sz="800" dirty="0" err="1"/>
              <a:t>exception_message</a:t>
            </a:r>
            <a:r>
              <a:rPr lang="en-US" sz="800" dirty="0"/>
              <a:t>, timestamp</a:t>
            </a:r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az_alerts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alert_id</a:t>
            </a:r>
            <a:r>
              <a:rPr lang="en-US" sz="800" dirty="0"/>
              <a:t>, </a:t>
            </a:r>
            <a:r>
              <a:rPr lang="en-US" sz="800" dirty="0" err="1"/>
              <a:t>agent_id</a:t>
            </a:r>
            <a:r>
              <a:rPr lang="en-US" sz="800" dirty="0"/>
              <a:t>, </a:t>
            </a:r>
            <a:r>
              <a:rPr lang="en-US" sz="800" dirty="0" err="1"/>
              <a:t>alert_name</a:t>
            </a:r>
            <a:r>
              <a:rPr lang="en-US" sz="800" dirty="0"/>
              <a:t>, severity, </a:t>
            </a:r>
            <a:r>
              <a:rPr lang="en-US" sz="800" dirty="0" err="1"/>
              <a:t>fired_time</a:t>
            </a:r>
            <a:r>
              <a:rPr lang="en-US" sz="800" dirty="0"/>
              <a:t>, </a:t>
            </a:r>
            <a:r>
              <a:rPr lang="en-US" sz="800" dirty="0" err="1"/>
              <a:t>resource_id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Only use columns listed above. There is no </a:t>
            </a:r>
            <a:r>
              <a:rPr lang="en-US" sz="800" dirty="0" err="1"/>
              <a:t>agent_name</a:t>
            </a:r>
            <a:r>
              <a:rPr lang="en-US" sz="800" dirty="0"/>
              <a:t> column in </a:t>
            </a:r>
            <a:r>
              <a:rPr lang="en-US" sz="800" dirty="0" err="1"/>
              <a:t>conversation_events</a:t>
            </a:r>
            <a:r>
              <a:rPr lang="en-US" sz="800" dirty="0"/>
              <a:t> or </a:t>
            </a:r>
            <a:r>
              <a:rPr lang="en-US" sz="800" dirty="0" err="1"/>
              <a:t>connector_calls</a:t>
            </a:r>
            <a:r>
              <a:rPr lang="en-US" sz="800" dirty="0"/>
              <a:t> — use </a:t>
            </a:r>
            <a:r>
              <a:rPr lang="en-US" sz="800" dirty="0" err="1"/>
              <a:t>get_agents</a:t>
            </a:r>
            <a:r>
              <a:rPr lang="en-US" sz="800" dirty="0"/>
              <a:t> or </a:t>
            </a:r>
            <a:r>
              <a:rPr lang="en-US" sz="800" dirty="0" err="1"/>
              <a:t>pva_bots</a:t>
            </a:r>
            <a:r>
              <a:rPr lang="en-US" sz="800" dirty="0"/>
              <a:t> for agent names.</a:t>
            </a:r>
          </a:p>
          <a:p>
            <a:endParaRPr lang="en-US" sz="800" dirty="0"/>
          </a:p>
          <a:p>
            <a:r>
              <a:rPr lang="en-US" sz="800" dirty="0"/>
              <a:t>## Key relationships</a:t>
            </a:r>
          </a:p>
          <a:p>
            <a:r>
              <a:rPr lang="en-US" sz="800" dirty="0"/>
              <a:t>- </a:t>
            </a:r>
            <a:r>
              <a:rPr lang="en-US" sz="800" dirty="0" err="1"/>
              <a:t>conversation_events.conversation_id</a:t>
            </a:r>
            <a:r>
              <a:rPr lang="en-US" sz="800" dirty="0"/>
              <a:t> = </a:t>
            </a:r>
            <a:r>
              <a:rPr lang="en-US" sz="800" dirty="0" err="1"/>
              <a:t>connector_calls.conversation_id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conversation_events.conversation_id</a:t>
            </a:r>
            <a:r>
              <a:rPr lang="en-US" sz="800" dirty="0"/>
              <a:t> = </a:t>
            </a:r>
            <a:r>
              <a:rPr lang="en-US" sz="800" dirty="0" err="1"/>
              <a:t>az_dependency_failures.conversation_id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conversation_events.conversation_id</a:t>
            </a:r>
            <a:r>
              <a:rPr lang="en-US" sz="800" dirty="0"/>
              <a:t> = </a:t>
            </a:r>
            <a:r>
              <a:rPr lang="en-US" sz="800" dirty="0" err="1"/>
              <a:t>az_exceptions.conversation_id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pva_bots.environment_id</a:t>
            </a:r>
            <a:r>
              <a:rPr lang="en-US" sz="800" dirty="0"/>
              <a:t> = </a:t>
            </a:r>
            <a:r>
              <a:rPr lang="en-US" sz="800" dirty="0" err="1"/>
              <a:t>pva_environments.environment_id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pva_bots.bot_id</a:t>
            </a:r>
            <a:r>
              <a:rPr lang="en-US" sz="800" dirty="0"/>
              <a:t> = </a:t>
            </a:r>
            <a:r>
              <a:rPr lang="en-US" sz="800" dirty="0" err="1"/>
              <a:t>pva_bot_solutions.bot_id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## Azure Monitor cross-reference</a:t>
            </a:r>
          </a:p>
          <a:p>
            <a:r>
              <a:rPr lang="en-US" sz="800" dirty="0"/>
              <a:t>When asked about health, failures, or incidents, check both </a:t>
            </a:r>
            <a:r>
              <a:rPr lang="en-US" sz="800" dirty="0" err="1"/>
              <a:t>OTel</a:t>
            </a:r>
            <a:r>
              <a:rPr lang="en-US" sz="800" dirty="0"/>
              <a:t> and Azure Monitor:</a:t>
            </a:r>
          </a:p>
          <a:p>
            <a:r>
              <a:rPr lang="en-US" sz="800" dirty="0"/>
              <a:t>- A conversation with a failed </a:t>
            </a:r>
            <a:r>
              <a:rPr lang="en-US" sz="800" dirty="0" err="1"/>
              <a:t>connector_call</a:t>
            </a:r>
            <a:r>
              <a:rPr lang="en-US" sz="800" dirty="0"/>
              <a:t> AND a matching </a:t>
            </a:r>
            <a:r>
              <a:rPr lang="en-US" sz="800" dirty="0" err="1"/>
              <a:t>az_dependency_failure</a:t>
            </a:r>
            <a:r>
              <a:rPr lang="en-US" sz="800" dirty="0"/>
              <a:t> or </a:t>
            </a:r>
            <a:r>
              <a:rPr lang="en-US" sz="800" dirty="0" err="1"/>
              <a:t>az_exception</a:t>
            </a:r>
            <a:r>
              <a:rPr lang="en-US" sz="800" dirty="0"/>
              <a:t> is the highest-priority signal (both sources agree)</a:t>
            </a:r>
          </a:p>
          <a:p>
            <a:r>
              <a:rPr lang="en-US" sz="800" dirty="0"/>
              <a:t>- </a:t>
            </a:r>
            <a:r>
              <a:rPr lang="en-US" sz="800" dirty="0" err="1"/>
              <a:t>OTel</a:t>
            </a:r>
            <a:r>
              <a:rPr lang="en-US" sz="800" dirty="0"/>
              <a:t> failure only (no Azure Monitor match) — likely a transient or permission error</a:t>
            </a:r>
          </a:p>
          <a:p>
            <a:r>
              <a:rPr lang="en-US" sz="800" dirty="0"/>
              <a:t>- Azure Monitor signal with no matching </a:t>
            </a:r>
            <a:r>
              <a:rPr lang="en-US" sz="800" dirty="0" err="1"/>
              <a:t>OTel</a:t>
            </a:r>
            <a:r>
              <a:rPr lang="en-US" sz="800" dirty="0"/>
              <a:t> </a:t>
            </a:r>
            <a:r>
              <a:rPr lang="en-US" sz="800" dirty="0" err="1"/>
              <a:t>conversation_id</a:t>
            </a:r>
            <a:r>
              <a:rPr lang="en-US" sz="800" dirty="0"/>
              <a:t> — may indicate a platform-level issue not tied to a specific user session</a:t>
            </a:r>
          </a:p>
          <a:p>
            <a:endParaRPr lang="en-US" sz="800" dirty="0"/>
          </a:p>
          <a:p>
            <a:r>
              <a:rPr lang="en-US" sz="800" dirty="0"/>
              <a:t>Cross-reference query pattern:</a:t>
            </a:r>
          </a:p>
          <a:p>
            <a:r>
              <a:rPr lang="en-US" sz="800" dirty="0"/>
              <a:t>  SELECT </a:t>
            </a:r>
            <a:r>
              <a:rPr lang="en-US" sz="800" dirty="0" err="1"/>
              <a:t>e.conversation_id</a:t>
            </a:r>
            <a:r>
              <a:rPr lang="en-US" sz="800" dirty="0"/>
              <a:t>, </a:t>
            </a:r>
            <a:r>
              <a:rPr lang="en-US" sz="800" dirty="0" err="1"/>
              <a:t>c.connector_name</a:t>
            </a:r>
            <a:r>
              <a:rPr lang="en-US" sz="800" dirty="0"/>
              <a:t>, </a:t>
            </a:r>
            <a:r>
              <a:rPr lang="en-US" sz="800" dirty="0" err="1"/>
              <a:t>c.result_code</a:t>
            </a:r>
            <a:r>
              <a:rPr lang="en-US" sz="800" dirty="0"/>
              <a:t> AS </a:t>
            </a:r>
            <a:r>
              <a:rPr lang="en-US" sz="800" dirty="0" err="1"/>
              <a:t>otel_code</a:t>
            </a:r>
            <a:r>
              <a:rPr lang="en-US" sz="800" dirty="0"/>
              <a:t>,</a:t>
            </a:r>
          </a:p>
          <a:p>
            <a:r>
              <a:rPr lang="en-US" sz="800" dirty="0"/>
              <a:t>         </a:t>
            </a:r>
            <a:r>
              <a:rPr lang="en-US" sz="800" dirty="0" err="1"/>
              <a:t>d.dependency_name</a:t>
            </a:r>
            <a:r>
              <a:rPr lang="en-US" sz="800" dirty="0"/>
              <a:t>, </a:t>
            </a:r>
            <a:r>
              <a:rPr lang="en-US" sz="800" dirty="0" err="1"/>
              <a:t>d.result_code</a:t>
            </a:r>
            <a:r>
              <a:rPr lang="en-US" sz="800" dirty="0"/>
              <a:t> AS </a:t>
            </a:r>
            <a:r>
              <a:rPr lang="en-US" sz="800" dirty="0" err="1"/>
              <a:t>az_code</a:t>
            </a:r>
            <a:r>
              <a:rPr lang="en-US" sz="800" dirty="0"/>
              <a:t>, </a:t>
            </a:r>
            <a:r>
              <a:rPr lang="en-US" sz="800" dirty="0" err="1"/>
              <a:t>ex.exception_type</a:t>
            </a:r>
            <a:endParaRPr lang="en-US" sz="800" dirty="0"/>
          </a:p>
          <a:p>
            <a:r>
              <a:rPr lang="en-US" sz="800" dirty="0"/>
              <a:t>  FROM </a:t>
            </a:r>
            <a:r>
              <a:rPr lang="en-US" sz="800" dirty="0" err="1"/>
              <a:t>conversation_events</a:t>
            </a:r>
            <a:r>
              <a:rPr lang="en-US" sz="800" dirty="0"/>
              <a:t> e</a:t>
            </a:r>
          </a:p>
          <a:p>
            <a:r>
              <a:rPr lang="en-US" sz="800" dirty="0"/>
              <a:t>  JOIN </a:t>
            </a:r>
            <a:r>
              <a:rPr lang="en-US" sz="800" dirty="0" err="1"/>
              <a:t>connector_calls</a:t>
            </a:r>
            <a:r>
              <a:rPr lang="en-US" sz="800" dirty="0"/>
              <a:t> c ON </a:t>
            </a:r>
            <a:r>
              <a:rPr lang="en-US" sz="800" dirty="0" err="1"/>
              <a:t>c.conversation_id</a:t>
            </a:r>
            <a:r>
              <a:rPr lang="en-US" sz="800" dirty="0"/>
              <a:t> = </a:t>
            </a:r>
            <a:r>
              <a:rPr lang="en-US" sz="800" dirty="0" err="1"/>
              <a:t>e.conversation_id</a:t>
            </a:r>
            <a:r>
              <a:rPr lang="en-US" sz="800" dirty="0"/>
              <a:t> AND </a:t>
            </a:r>
            <a:r>
              <a:rPr lang="en-US" sz="800" dirty="0" err="1"/>
              <a:t>c.success</a:t>
            </a:r>
            <a:r>
              <a:rPr lang="en-US" sz="800" dirty="0"/>
              <a:t> = 0</a:t>
            </a:r>
          </a:p>
          <a:p>
            <a:r>
              <a:rPr lang="en-US" sz="800" dirty="0"/>
              <a:t>  LEFT JOIN </a:t>
            </a:r>
            <a:r>
              <a:rPr lang="en-US" sz="800" dirty="0" err="1"/>
              <a:t>az_dependency_failures</a:t>
            </a:r>
            <a:r>
              <a:rPr lang="en-US" sz="800" dirty="0"/>
              <a:t> d ON </a:t>
            </a:r>
            <a:r>
              <a:rPr lang="en-US" sz="800" dirty="0" err="1"/>
              <a:t>d.conversation_id</a:t>
            </a:r>
            <a:r>
              <a:rPr lang="en-US" sz="800" dirty="0"/>
              <a:t> = </a:t>
            </a:r>
            <a:r>
              <a:rPr lang="en-US" sz="800" dirty="0" err="1"/>
              <a:t>e.conversation_id</a:t>
            </a:r>
            <a:endParaRPr lang="en-US" sz="800" dirty="0"/>
          </a:p>
          <a:p>
            <a:r>
              <a:rPr lang="en-US" sz="800" dirty="0"/>
              <a:t>  LEFT JOIN </a:t>
            </a:r>
            <a:r>
              <a:rPr lang="en-US" sz="800" dirty="0" err="1"/>
              <a:t>az_exceptions</a:t>
            </a:r>
            <a:r>
              <a:rPr lang="en-US" sz="800" dirty="0"/>
              <a:t> ex ON </a:t>
            </a:r>
            <a:r>
              <a:rPr lang="en-US" sz="800" dirty="0" err="1"/>
              <a:t>ex.conversation_id</a:t>
            </a:r>
            <a:r>
              <a:rPr lang="en-US" sz="800" dirty="0"/>
              <a:t> = </a:t>
            </a:r>
            <a:r>
              <a:rPr lang="en-US" sz="800" dirty="0" err="1"/>
              <a:t>e.conversation_id</a:t>
            </a:r>
            <a:endParaRPr lang="en-US" sz="800" dirty="0"/>
          </a:p>
          <a:p>
            <a:r>
              <a:rPr lang="en-US" sz="800" dirty="0"/>
              <a:t>  GROUP BY </a:t>
            </a:r>
            <a:r>
              <a:rPr lang="en-US" sz="800" dirty="0" err="1"/>
              <a:t>e.conversation_id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## Key data facts</a:t>
            </a:r>
          </a:p>
          <a:p>
            <a:r>
              <a:rPr lang="en-US" sz="800" dirty="0"/>
              <a:t>- </a:t>
            </a:r>
            <a:r>
              <a:rPr lang="en-US" sz="800" dirty="0" err="1"/>
              <a:t>design_mode</a:t>
            </a:r>
            <a:r>
              <a:rPr lang="en-US" sz="800" dirty="0"/>
              <a:t> = 0 is production traffic (real users); </a:t>
            </a:r>
            <a:r>
              <a:rPr lang="en-US" sz="800" dirty="0" err="1"/>
              <a:t>design_mode</a:t>
            </a:r>
            <a:r>
              <a:rPr lang="en-US" sz="800" dirty="0"/>
              <a:t> = 1 is test traffic from Copilot Studio</a:t>
            </a:r>
          </a:p>
          <a:p>
            <a:r>
              <a:rPr lang="en-US" sz="800" dirty="0"/>
              <a:t>- Channels: </a:t>
            </a:r>
            <a:r>
              <a:rPr lang="en-US" sz="800" dirty="0" err="1"/>
              <a:t>msteams</a:t>
            </a:r>
            <a:r>
              <a:rPr lang="en-US" sz="800" dirty="0"/>
              <a:t>, </a:t>
            </a:r>
            <a:r>
              <a:rPr lang="en-US" sz="800" dirty="0" err="1"/>
              <a:t>pva</a:t>
            </a:r>
            <a:r>
              <a:rPr lang="en-US" sz="800" dirty="0"/>
              <a:t>-studio, </a:t>
            </a:r>
            <a:r>
              <a:rPr lang="en-US" sz="800" dirty="0" err="1"/>
              <a:t>pva</a:t>
            </a:r>
            <a:r>
              <a:rPr lang="en-US" sz="800" dirty="0"/>
              <a:t>-maker-evaluation, webchat, </a:t>
            </a:r>
            <a:r>
              <a:rPr lang="en-US" sz="800" dirty="0" err="1"/>
              <a:t>directline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user_id</a:t>
            </a:r>
            <a:r>
              <a:rPr lang="en-US" sz="800" dirty="0"/>
              <a:t> is an Azure AD object ID (not an email address)</a:t>
            </a:r>
          </a:p>
          <a:p>
            <a:r>
              <a:rPr lang="en-US" sz="800" dirty="0"/>
              <a:t>- DLP </a:t>
            </a:r>
            <a:r>
              <a:rPr lang="en-US" sz="800" dirty="0" err="1"/>
              <a:t>environment_type</a:t>
            </a:r>
            <a:r>
              <a:rPr lang="en-US" sz="800" dirty="0"/>
              <a:t> "</a:t>
            </a:r>
            <a:r>
              <a:rPr lang="en-US" sz="800" dirty="0" err="1"/>
              <a:t>AllEnvironments</a:t>
            </a:r>
            <a:r>
              <a:rPr lang="en-US" sz="800" dirty="0"/>
              <a:t>" policies apply to every environment</a:t>
            </a:r>
          </a:p>
          <a:p>
            <a:r>
              <a:rPr lang="en-US" sz="800" dirty="0"/>
              <a:t>- Always use tools to answer questions — never guess</a:t>
            </a:r>
          </a:p>
          <a:p>
            <a:endParaRPr lang="en-US" sz="800" dirty="0"/>
          </a:p>
          <a:p>
            <a:r>
              <a:rPr lang="en-US" sz="800" dirty="0"/>
              <a:t>## Example questions you can answer</a:t>
            </a:r>
          </a:p>
          <a:p>
            <a:r>
              <a:rPr lang="en-US" sz="800" dirty="0"/>
              <a:t>- "Which agents are deployed and what solution are they in?"</a:t>
            </a:r>
          </a:p>
          <a:p>
            <a:r>
              <a:rPr lang="en-US" sz="800" dirty="0"/>
              <a:t>- "What environment is the Work IQ agent deployed to?"</a:t>
            </a:r>
          </a:p>
          <a:p>
            <a:r>
              <a:rPr lang="en-US" sz="800" dirty="0"/>
              <a:t>- "What DLP policies apply to our production environment?"</a:t>
            </a:r>
          </a:p>
          <a:p>
            <a:r>
              <a:rPr lang="en-US" sz="800" dirty="0"/>
              <a:t>- "How many conversations happened this week?"</a:t>
            </a:r>
          </a:p>
          <a:p>
            <a:r>
              <a:rPr lang="en-US" sz="800" dirty="0"/>
              <a:t>- "Show me all failed connector calls in the last 7 days"</a:t>
            </a:r>
          </a:p>
          <a:p>
            <a:r>
              <a:rPr lang="en-US" sz="800" dirty="0"/>
              <a:t>- "What topics are users asking about most?"</a:t>
            </a:r>
          </a:p>
          <a:p>
            <a:r>
              <a:rPr lang="en-US" sz="800" dirty="0"/>
              <a:t>- "Are there any conversations flagged by both </a:t>
            </a:r>
            <a:r>
              <a:rPr lang="en-US" sz="800" dirty="0" err="1"/>
              <a:t>OTel</a:t>
            </a:r>
            <a:r>
              <a:rPr lang="en-US" sz="800" dirty="0"/>
              <a:t> and Azure Monitor?"</a:t>
            </a:r>
          </a:p>
          <a:p>
            <a:r>
              <a:rPr lang="en-US" sz="800" dirty="0"/>
              <a:t>- "Show me all Azure Monitor exceptions"</a:t>
            </a:r>
          </a:p>
          <a:p>
            <a:r>
              <a:rPr lang="en-US" sz="800" dirty="0"/>
              <a:t>- "Which connectors are blocked by DLP policy?"</a:t>
            </a:r>
          </a:p>
          <a:p>
            <a:r>
              <a:rPr lang="en-US" sz="800" dirty="0"/>
              <a:t>- "Give me a full timeline for conversation ID </a:t>
            </a:r>
            <a:r>
              <a:rPr lang="en-US" sz="800" dirty="0" err="1"/>
              <a:t>xyz</a:t>
            </a:r>
            <a:r>
              <a:rPr lang="en-US" sz="800" dirty="0"/>
              <a:t>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2E04E0-C066-F2D7-6C03-2E197C7FF3E0}"/>
              </a:ext>
            </a:extLst>
          </p:cNvPr>
          <p:cNvSpPr txBox="1"/>
          <p:nvPr/>
        </p:nvSpPr>
        <p:spPr>
          <a:xfrm>
            <a:off x="815547" y="556054"/>
            <a:ext cx="7908323" cy="2585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</a:rPr>
              <a:t>Deploy Insights </a:t>
            </a:r>
            <a:r>
              <a:rPr lang="en-US" sz="2400">
                <a:latin typeface="Arial" panose="020B0604020202020204" pitchFamily="34" charset="0"/>
              </a:rPr>
              <a:t>to Azure and </a:t>
            </a:r>
            <a:r>
              <a:rPr lang="en-US" sz="2400" dirty="0">
                <a:latin typeface="Arial" panose="020B0604020202020204" pitchFamily="34" charset="0"/>
              </a:rPr>
              <a:t>Test with Copilot Studio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</a:rPr>
              <a:t>Create application ID for reporting and MCP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</a:rPr>
              <a:t>Deploy MCP Containers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</a:rPr>
              <a:t>Push Container from </a:t>
            </a:r>
            <a:r>
              <a:rPr lang="en-US" sz="2400" dirty="0" err="1">
                <a:latin typeface="Arial" panose="020B0604020202020204" pitchFamily="34" charset="0"/>
              </a:rPr>
              <a:t>VSCode</a:t>
            </a:r>
            <a:endParaRPr lang="en-US" sz="2400" dirty="0">
              <a:latin typeface="Arial" panose="020B060402020202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</a:rPr>
              <a:t>Run a Data Sync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</a:rPr>
              <a:t>Agent to MCP queries</a:t>
            </a:r>
          </a:p>
          <a:p>
            <a:pPr marL="342900" indent="-342900" algn="l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250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457200" y="502920"/>
            <a:ext cx="274320" cy="45720"/>
          </a:xfrm>
          <a:prstGeom prst="rect">
            <a:avLst/>
          </a:prstGeom>
          <a:solidFill>
            <a:srgbClr val="FF462D"/>
          </a:solidFill>
          <a:ln w="12700" cap="flat" cmpd="sng">
            <a:solidFill>
              <a:srgbClr val="FF46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82296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462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462D"/>
                </a:solidFill>
                <a:ea typeface="Calibri"/>
                <a:cs typeface="Calibri"/>
                <a:sym typeface="Calibri"/>
              </a:rPr>
              <a:t>OUR APPROACH</a:t>
            </a:r>
            <a:endParaRPr sz="11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57200" y="731520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3200"/>
              <a:buFont typeface="Calibri"/>
              <a:buNone/>
            </a:pPr>
            <a:r>
              <a:rPr lang="en-US" sz="2400" b="1" i="0" u="none" strike="noStrike" cap="none" dirty="0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The Kyndryl 3-Pillar Microsoft Frontier Transformation Approach</a:t>
            </a:r>
            <a:endParaRPr sz="24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57200" y="1115568"/>
            <a:ext cx="11277295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500"/>
              <a:buFont typeface="Calibri"/>
              <a:buNone/>
            </a:pPr>
            <a:r>
              <a:rPr lang="en-US" sz="15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Three pillars that take a customer from AI experimentation to an enterprise AI operating system that is engineered to move Microsoft FY27 metrics in parallel.</a:t>
            </a:r>
            <a:endParaRPr sz="15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57200" y="1752600"/>
            <a:ext cx="3611880" cy="4102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457200" y="1752600"/>
            <a:ext cx="3611880" cy="502920"/>
          </a:xfrm>
          <a:prstGeom prst="rect">
            <a:avLst/>
          </a:prstGeom>
          <a:solidFill>
            <a:srgbClr val="29707A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9707A"/>
              </a:solidFill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85800" y="182575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Envision</a:t>
            </a:r>
            <a:endParaRPr sz="10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85800" y="23926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29707A"/>
                </a:solidFill>
                <a:ea typeface="Calibri"/>
                <a:cs typeface="Calibri"/>
                <a:sym typeface="Calibri"/>
              </a:rPr>
              <a:t>01</a:t>
            </a:r>
            <a:endParaRPr sz="2800" b="0" i="0" u="none" strike="noStrike" cap="none" dirty="0">
              <a:solidFill>
                <a:srgbClr val="29707A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85800" y="284988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600"/>
              <a:buFont typeface="Calibri"/>
              <a:buNone/>
            </a:pPr>
            <a:r>
              <a:rPr lang="en-US" sz="2600" b="1" i="0" u="none" strike="noStrike" cap="none" dirty="0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Blueprint</a:t>
            </a:r>
            <a:endParaRPr sz="26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701040" y="32867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300"/>
              <a:buFont typeface="Calibri"/>
              <a:buNone/>
            </a:pPr>
            <a:r>
              <a:rPr lang="en-US" sz="1300" b="0" i="1" u="none" strike="noStrike" cap="none" dirty="0">
                <a:solidFill>
                  <a:srgbClr val="29707A"/>
                </a:solidFill>
                <a:ea typeface="Calibri"/>
                <a:cs typeface="Calibri"/>
                <a:sym typeface="Calibri"/>
              </a:rPr>
              <a:t>the Frontier Enterprise</a:t>
            </a:r>
            <a:endParaRPr sz="1300" b="0" i="0" u="none" strike="noStrike" cap="none" dirty="0">
              <a:solidFill>
                <a:srgbClr val="29707A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85800" y="3591560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Define the enterprise AI operating model. Eliminate the process debt blocking AI scale.</a:t>
            </a:r>
            <a:endParaRPr sz="12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85800" y="4262120"/>
            <a:ext cx="32461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Frontier Blueprint Workshop</a:t>
            </a:r>
            <a:endParaRPr sz="105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Use case portfolio </a:t>
            </a:r>
          </a:p>
          <a:p>
            <a:pPr marL="800100" lvl="1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Reference architecture: ME7, A365, Studio, I</a:t>
            </a: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Q</a:t>
            </a: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</a:t>
            </a:r>
          </a:p>
          <a:p>
            <a:pPr marL="800100" lvl="1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Security Baseline (Digital Trust Baseline, M365 Tenant &amp; Data Readiness)</a:t>
            </a:r>
            <a:endParaRPr sz="105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value model &amp; operating model</a:t>
            </a:r>
            <a:endParaRPr sz="105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297680" y="1752600"/>
            <a:ext cx="3611880" cy="4102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297680" y="1752600"/>
            <a:ext cx="3611880" cy="502920"/>
          </a:xfrm>
          <a:prstGeom prst="rect">
            <a:avLst/>
          </a:prstGeom>
          <a:solidFill>
            <a:schemeClr val="accent1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462D"/>
              </a:solidFill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526280" y="182575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Design</a:t>
            </a:r>
            <a:endParaRPr sz="10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26280" y="23926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473C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F462D"/>
                </a:solidFill>
                <a:ea typeface="Calibri"/>
                <a:cs typeface="Calibri"/>
                <a:sym typeface="Calibri"/>
              </a:rPr>
              <a:t>02</a:t>
            </a:r>
            <a:endParaRPr sz="2800" b="0" i="0" u="none" strike="noStrike" cap="none" dirty="0">
              <a:solidFill>
                <a:srgbClr val="FF462D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26280" y="284988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Build</a:t>
            </a:r>
            <a:endParaRPr sz="26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26280" y="327152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473C"/>
              </a:buClr>
              <a:buSzPts val="1300"/>
              <a:buFont typeface="Calibri"/>
              <a:buNone/>
            </a:pPr>
            <a:r>
              <a:rPr lang="en-US" sz="1300" b="0" i="1" u="none" strike="noStrike" cap="none" dirty="0">
                <a:solidFill>
                  <a:srgbClr val="FF462D"/>
                </a:solidFill>
                <a:ea typeface="Calibri"/>
                <a:cs typeface="Calibri"/>
                <a:sym typeface="Calibri"/>
              </a:rPr>
              <a:t>the Intelligent Enterprise</a:t>
            </a:r>
            <a:endParaRPr sz="1300" b="0" i="0" u="none" strike="noStrike" cap="none" dirty="0">
              <a:solidFill>
                <a:srgbClr val="FF462D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526280" y="3525012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Deploy AI, agents, and intelligent workflows directly into the flow of work.</a:t>
            </a:r>
            <a:endParaRPr sz="12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526280" y="4277360"/>
            <a:ext cx="3246120" cy="127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Factory 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Copilot extensibility </a:t>
            </a:r>
          </a:p>
          <a:p>
            <a:pPr marL="342900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Copilot &amp; Agent Adoption-as-a-Service (OCM) to MAU &gt; 70%</a:t>
            </a: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LOB &amp; Industry Agent Packs</a:t>
            </a:r>
            <a:endParaRPr sz="105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 Configuration</a:t>
            </a:r>
          </a:p>
        </p:txBody>
      </p:sp>
      <p:sp>
        <p:nvSpPr>
          <p:cNvPr id="85" name="Google Shape;85;p5"/>
          <p:cNvSpPr/>
          <p:nvPr/>
        </p:nvSpPr>
        <p:spPr>
          <a:xfrm>
            <a:off x="8138160" y="1752600"/>
            <a:ext cx="3611880" cy="4102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138160" y="1752600"/>
            <a:ext cx="3611880" cy="502920"/>
          </a:xfrm>
          <a:prstGeom prst="rect">
            <a:avLst/>
          </a:prstGeom>
          <a:solidFill>
            <a:srgbClr val="187E3F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366760" y="182575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Adopt &amp; Evolve</a:t>
            </a:r>
            <a:endParaRPr sz="10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366760" y="23926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462D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187E3F"/>
                </a:solidFill>
                <a:ea typeface="Calibri"/>
                <a:cs typeface="Calibri"/>
                <a:sym typeface="Calibri"/>
              </a:rPr>
              <a:t>03</a:t>
            </a:r>
            <a:endParaRPr sz="2800" b="0" i="0" u="none" strike="noStrike" cap="none" dirty="0">
              <a:solidFill>
                <a:srgbClr val="187E3F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366760" y="284988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Operate</a:t>
            </a:r>
            <a:endParaRPr sz="26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366760" y="32867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462D"/>
              </a:buClr>
              <a:buSzPts val="1300"/>
              <a:buFont typeface="Calibri"/>
              <a:buNone/>
            </a:pPr>
            <a:r>
              <a:rPr lang="en-US" sz="1300" b="0" i="1" u="none" strike="noStrike" cap="none" dirty="0">
                <a:solidFill>
                  <a:srgbClr val="187E3F"/>
                </a:solidFill>
                <a:ea typeface="Calibri"/>
                <a:cs typeface="Calibri"/>
                <a:sym typeface="Calibri"/>
              </a:rPr>
              <a:t>the Autonomous Enterprise</a:t>
            </a:r>
            <a:endParaRPr sz="1300" b="0" i="0" u="none" strike="noStrike" cap="none" dirty="0">
              <a:solidFill>
                <a:srgbClr val="187E3F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351520" y="3502660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Operationalize AI, agents, governance, and observability at enterprise scale.</a:t>
            </a:r>
            <a:endParaRPr sz="12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8397087" y="4097020"/>
            <a:ext cx="32461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managed services</a:t>
            </a:r>
            <a:endParaRPr sz="105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observability via Kyndryl Bridge</a:t>
            </a:r>
            <a:endParaRPr sz="105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Policy as Code &amp; Digital Trust operations</a:t>
            </a:r>
            <a:endParaRPr sz="105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XLAs &amp; continuous value optimization</a:t>
            </a:r>
          </a:p>
          <a:p>
            <a:pPr marL="800100" lvl="1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OCM for ongoing Adoption </a:t>
            </a:r>
            <a:endParaRPr sz="105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57200" y="5929376"/>
            <a:ext cx="11277295" cy="292608"/>
          </a:xfrm>
          <a:prstGeom prst="rect">
            <a:avLst/>
          </a:prstGeom>
          <a:solidFill>
            <a:srgbClr val="565049"/>
          </a:solidFill>
          <a:ln w="12700" cap="flat" cmpd="sng">
            <a:solidFill>
              <a:srgbClr val="00C3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48792" y="5929376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Each pillar is paid, productized, measurable and every component is tagged to a Microsoft FY27 metric</a:t>
            </a:r>
            <a:r>
              <a:rPr lang="en-US" sz="1200" b="1" i="0" u="none" strike="noStrike" cap="none" dirty="0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457200" y="502920"/>
            <a:ext cx="274320" cy="45720"/>
          </a:xfrm>
          <a:prstGeom prst="rect">
            <a:avLst/>
          </a:prstGeom>
          <a:solidFill>
            <a:srgbClr val="FF462D"/>
          </a:solidFill>
          <a:ln w="12700" cap="flat" cmpd="sng">
            <a:solidFill>
              <a:srgbClr val="FF46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82296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462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462D"/>
                </a:solidFill>
                <a:ea typeface="Calibri"/>
                <a:cs typeface="Calibri"/>
                <a:sym typeface="Calibri"/>
              </a:rPr>
              <a:t>OUR APPROACH</a:t>
            </a:r>
            <a:endParaRPr sz="11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731520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Six Kyndryl hero plays operationalize the three pillars</a:t>
            </a:r>
            <a:endParaRPr sz="32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57200" y="1508760"/>
            <a:ext cx="11277295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These are the capabilities that turn the framework from a slide into a system. Every pillar pulls on every play.</a:t>
            </a:r>
            <a:endParaRPr sz="15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57200" y="2065020"/>
            <a:ext cx="374904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57200" y="2065020"/>
            <a:ext cx="3749040" cy="73152"/>
          </a:xfrm>
          <a:prstGeom prst="rect">
            <a:avLst/>
          </a:prstGeom>
          <a:solidFill>
            <a:srgbClr val="29707A"/>
          </a:solidFill>
          <a:ln w="12700" cap="flat" cmpd="sng">
            <a:solidFill>
              <a:srgbClr val="6CA0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85800" y="2293620"/>
            <a:ext cx="457200" cy="457200"/>
          </a:xfrm>
          <a:prstGeom prst="ellipse">
            <a:avLst/>
          </a:prstGeom>
          <a:solidFill>
            <a:srgbClr val="29707A"/>
          </a:solidFill>
          <a:ln w="12700" cap="flat" cmpd="sng">
            <a:solidFill>
              <a:srgbClr val="6CA0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85800" y="22936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01</a:t>
            </a:r>
            <a:endParaRPr sz="13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234440" y="231190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Connected Experience</a:t>
            </a:r>
            <a:endParaRPr sz="16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85800" y="284226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Connects people, agents, data and workflows into a measurable operating experience that accelerates productivity, reduces friction and improves business outcomes.</a:t>
            </a:r>
            <a:endParaRPr sz="11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85800" y="35280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A0DC"/>
              </a:buClr>
              <a:buSzPts val="900"/>
              <a:buFont typeface="Calibri"/>
              <a:buNone/>
            </a:pPr>
            <a:r>
              <a:rPr lang="en-US" sz="900" b="1" i="1" u="none" strike="noStrike" cap="none" dirty="0">
                <a:solidFill>
                  <a:srgbClr val="29707A"/>
                </a:solidFill>
                <a:ea typeface="Calibri"/>
                <a:cs typeface="Calibri"/>
                <a:sym typeface="Calibri"/>
              </a:rPr>
              <a:t>Spans all 3 pillars</a:t>
            </a:r>
            <a:endParaRPr sz="900" b="0" i="0" u="none" strike="noStrike" cap="none" dirty="0">
              <a:solidFill>
                <a:srgbClr val="29707A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325112" y="2065020"/>
            <a:ext cx="374904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325112" y="2065020"/>
            <a:ext cx="3749040" cy="73152"/>
          </a:xfrm>
          <a:prstGeom prst="rect">
            <a:avLst/>
          </a:prstGeom>
          <a:solidFill>
            <a:srgbClr val="4CDD84"/>
          </a:solidFill>
          <a:ln w="12700" cap="flat" cmpd="sng">
            <a:solidFill>
              <a:srgbClr val="00C3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4553712" y="2293620"/>
            <a:ext cx="457200" cy="457200"/>
          </a:xfrm>
          <a:prstGeom prst="ellipse">
            <a:avLst/>
          </a:prstGeom>
          <a:solidFill>
            <a:srgbClr val="4CDD84"/>
          </a:solidFill>
          <a:ln w="12700" cap="flat" cmpd="sng">
            <a:solidFill>
              <a:srgbClr val="00C3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553712" y="22936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02</a:t>
            </a:r>
            <a:endParaRPr sz="13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102352" y="231190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Agentic Framework</a:t>
            </a:r>
            <a:endParaRPr sz="16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53712" y="284226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Factory delivery muscle on Copilot Studio, Foundry + Agent 365. Build, ship, govern production agents in </a:t>
            </a:r>
            <a:r>
              <a:rPr lang="en-US" sz="11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repeatable </a:t>
            </a:r>
            <a:r>
              <a:rPr lang="en-US" sz="11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cycles</a:t>
            </a:r>
            <a:r>
              <a:rPr lang="en-US" sz="11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 while creating a scalable digital workforce.</a:t>
            </a:r>
            <a:endParaRPr sz="11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53712" y="35280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389"/>
              </a:buClr>
              <a:buSzPts val="900"/>
              <a:buFont typeface="Calibri"/>
              <a:buNone/>
            </a:pPr>
            <a:r>
              <a:rPr lang="en-US" sz="900" b="1" i="1" u="none" strike="noStrike" cap="none" dirty="0">
                <a:solidFill>
                  <a:srgbClr val="4CDD84"/>
                </a:solidFill>
                <a:ea typeface="Calibri"/>
                <a:cs typeface="Calibri"/>
                <a:sym typeface="Calibri"/>
              </a:rPr>
              <a:t>Anchored in Pillar 2</a:t>
            </a:r>
            <a:endParaRPr sz="900" b="0" i="0" u="none" strike="noStrike" cap="none" dirty="0">
              <a:solidFill>
                <a:srgbClr val="4CDD84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8193024" y="2065020"/>
            <a:ext cx="374904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8193024" y="2065020"/>
            <a:ext cx="3749040" cy="73152"/>
          </a:xfrm>
          <a:prstGeom prst="rect">
            <a:avLst/>
          </a:prstGeom>
          <a:solidFill>
            <a:srgbClr val="FF462D"/>
          </a:solidFill>
          <a:ln w="12700" cap="flat" cmpd="sng">
            <a:solidFill>
              <a:srgbClr val="FF46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8421624" y="2293620"/>
            <a:ext cx="457200" cy="457200"/>
          </a:xfrm>
          <a:prstGeom prst="ellipse">
            <a:avLst/>
          </a:prstGeom>
          <a:solidFill>
            <a:srgbClr val="FF462D"/>
          </a:solidFill>
          <a:ln w="12700" cap="flat" cmpd="sng">
            <a:solidFill>
              <a:srgbClr val="FF46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8421624" y="22936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03</a:t>
            </a:r>
            <a:endParaRPr sz="13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8970264" y="231190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Policy as Code</a:t>
            </a:r>
            <a:endParaRPr sz="16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8421624" y="284226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Governance, identity, and compliance encoded into the platform from day one. Agents inherit policy, not exception lists while reducing operational and compliance risk.</a:t>
            </a:r>
            <a:endParaRPr sz="11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421624" y="35280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462D"/>
              </a:buClr>
              <a:buSzPts val="900"/>
              <a:buFont typeface="Calibri"/>
              <a:buNone/>
            </a:pPr>
            <a:r>
              <a:rPr lang="en-US" sz="900" b="1" i="1" dirty="0">
                <a:solidFill>
                  <a:srgbClr val="FF462D"/>
                </a:solidFill>
                <a:ea typeface="Calibri"/>
                <a:cs typeface="Calibri"/>
                <a:sym typeface="Calibri"/>
              </a:rPr>
              <a:t>Spans all 3 pillars</a:t>
            </a:r>
            <a:endParaRPr sz="900" b="0" i="0" u="none" strike="noStrike" cap="none" dirty="0">
              <a:solidFill>
                <a:srgbClr val="FF462D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7200" y="3966972"/>
            <a:ext cx="374904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457200" y="3966972"/>
            <a:ext cx="3749040" cy="73152"/>
          </a:xfrm>
          <a:prstGeom prst="rect">
            <a:avLst/>
          </a:prstGeom>
          <a:solidFill>
            <a:srgbClr val="565049"/>
          </a:solidFill>
          <a:ln w="12700" cap="flat" cmpd="sng">
            <a:solidFill>
              <a:srgbClr val="8F67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85800" y="4195572"/>
            <a:ext cx="457200" cy="457200"/>
          </a:xfrm>
          <a:prstGeom prst="ellipse">
            <a:avLst/>
          </a:prstGeom>
          <a:solidFill>
            <a:srgbClr val="565049"/>
          </a:solidFill>
          <a:ln w="12700" cap="flat" cmpd="sng">
            <a:solidFill>
              <a:srgbClr val="8F67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685800" y="41955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04</a:t>
            </a:r>
            <a:endParaRPr sz="13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234440" y="42138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Human System Architect</a:t>
            </a:r>
            <a:endParaRPr sz="16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85800" y="4744212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Workforce redesign, AI literacy, champions network, and Adoption-as-a-Service. Designs work for the agent era.</a:t>
            </a:r>
            <a:endParaRPr sz="11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85800" y="543001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674A"/>
              </a:buClr>
              <a:buSzPts val="900"/>
              <a:buFont typeface="Calibri"/>
              <a:buNone/>
            </a:pPr>
            <a:r>
              <a:rPr lang="en-US" sz="900" b="1" i="1" u="none" strike="noStrike" cap="none" dirty="0">
                <a:solidFill>
                  <a:srgbClr val="565049"/>
                </a:solidFill>
                <a:ea typeface="Calibri"/>
                <a:cs typeface="Calibri"/>
                <a:sym typeface="Calibri"/>
              </a:rPr>
              <a:t>Spans all 3 pillars</a:t>
            </a:r>
            <a:endParaRPr sz="900" b="0" i="0" u="none" strike="noStrike" cap="none" dirty="0">
              <a:solidFill>
                <a:srgbClr val="565049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325112" y="3966972"/>
            <a:ext cx="374904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4325112" y="3966972"/>
            <a:ext cx="3749040" cy="73152"/>
          </a:xfrm>
          <a:prstGeom prst="rect">
            <a:avLst/>
          </a:prstGeom>
          <a:solidFill>
            <a:srgbClr val="9E9287"/>
          </a:solidFill>
          <a:ln w="12700" cap="flat" cmpd="sng">
            <a:solidFill>
              <a:srgbClr val="2647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553712" y="4195572"/>
            <a:ext cx="457200" cy="457200"/>
          </a:xfrm>
          <a:prstGeom prst="ellipse">
            <a:avLst/>
          </a:prstGeom>
          <a:solidFill>
            <a:srgbClr val="9E9287"/>
          </a:solidFill>
          <a:ln w="12700" cap="flat" cmpd="sng">
            <a:solidFill>
              <a:srgbClr val="2647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4553712" y="41955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05</a:t>
            </a:r>
            <a:endParaRPr sz="13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102352" y="42138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Digital Trust</a:t>
            </a:r>
            <a:endParaRPr sz="16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553712" y="4744212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Identity &amp; access, Zero Trust, responsible AI, Agentic Digital Trust Services. The trust layer that lets AI scale safely.</a:t>
            </a:r>
            <a:endParaRPr sz="11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553712" y="543001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6CA0DC"/>
              </a:buClr>
              <a:buSzPts val="900"/>
            </a:pPr>
            <a:r>
              <a:rPr lang="en-US" sz="900" b="1" i="1" dirty="0">
                <a:solidFill>
                  <a:srgbClr val="9E9287"/>
                </a:solidFill>
                <a:ea typeface="Calibri"/>
                <a:cs typeface="Calibri"/>
                <a:sym typeface="Calibri"/>
              </a:rPr>
              <a:t>Spans all 3 pillars</a:t>
            </a:r>
            <a:endParaRPr lang="en-US" sz="900" dirty="0">
              <a:solidFill>
                <a:srgbClr val="9E9287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8193024" y="3966972"/>
            <a:ext cx="374904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8193024" y="3966972"/>
            <a:ext cx="3749040" cy="73152"/>
          </a:xfrm>
          <a:prstGeom prst="rect">
            <a:avLst/>
          </a:prstGeom>
          <a:solidFill>
            <a:srgbClr val="042315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8421624" y="4195572"/>
            <a:ext cx="457200" cy="457200"/>
          </a:xfrm>
          <a:prstGeom prst="ellipse">
            <a:avLst/>
          </a:prstGeom>
          <a:solidFill>
            <a:srgbClr val="042315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8421624" y="41955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06</a:t>
            </a:r>
            <a:endParaRPr sz="13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970264" y="42138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Kyndryl Bridge</a:t>
            </a:r>
            <a:endParaRPr sz="16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421624" y="4744212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Mission control for the AI estate </a:t>
            </a:r>
            <a:r>
              <a:rPr lang="en-US" sz="11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through </a:t>
            </a:r>
            <a:r>
              <a:rPr lang="en-US" sz="11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telemetry, workflow health, XLAs, optimization. Where deployments become operations.</a:t>
            </a:r>
            <a:endParaRPr sz="11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421624" y="543001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900"/>
              <a:buFont typeface="Calibri"/>
              <a:buNone/>
            </a:pPr>
            <a:r>
              <a:rPr lang="en-US" sz="900" b="1" i="1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Anchored in Pillar 3</a:t>
            </a:r>
            <a:endParaRPr sz="9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C8FE4F7-08C1-442D-A5AB-70DACEB82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9707A"/>
                </a:solidFill>
              </a:rPr>
              <a:t>Blueprint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BEDE9C6-6E99-7AF5-8092-E240A89FEA8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US" b="1" dirty="0"/>
              <a:t>Envision the Frontier AI Operating Model: </a:t>
            </a:r>
            <a:r>
              <a:rPr lang="en-US" dirty="0"/>
              <a:t>A structured transformation engagement that aligns strategy, governance, architecture and measurable business value with Kyndryl’s Microsoft Frontier Blueprint.</a:t>
            </a:r>
          </a:p>
        </p:txBody>
      </p:sp>
      <p:sp>
        <p:nvSpPr>
          <p:cNvPr id="17" name="Google Shape;69;p5">
            <a:extLst>
              <a:ext uri="{FF2B5EF4-FFF2-40B4-BE49-F238E27FC236}">
                <a16:creationId xmlns:a16="http://schemas.microsoft.com/office/drawing/2014/main" id="{2F642CA7-9370-DA29-233E-25B753F51E3D}"/>
              </a:ext>
            </a:extLst>
          </p:cNvPr>
          <p:cNvSpPr/>
          <p:nvPr/>
        </p:nvSpPr>
        <p:spPr>
          <a:xfrm>
            <a:off x="91438" y="1277111"/>
            <a:ext cx="12045698" cy="12044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70;p5">
            <a:extLst>
              <a:ext uri="{FF2B5EF4-FFF2-40B4-BE49-F238E27FC236}">
                <a16:creationId xmlns:a16="http://schemas.microsoft.com/office/drawing/2014/main" id="{56B1A9C1-B8CE-3237-B274-F04F887F7A95}"/>
              </a:ext>
            </a:extLst>
          </p:cNvPr>
          <p:cNvSpPr/>
          <p:nvPr/>
        </p:nvSpPr>
        <p:spPr>
          <a:xfrm>
            <a:off x="91439" y="1277112"/>
            <a:ext cx="12045698" cy="502920"/>
          </a:xfrm>
          <a:prstGeom prst="rect">
            <a:avLst/>
          </a:prstGeom>
          <a:solidFill>
            <a:srgbClr val="042315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73;p5">
            <a:extLst>
              <a:ext uri="{FF2B5EF4-FFF2-40B4-BE49-F238E27FC236}">
                <a16:creationId xmlns:a16="http://schemas.microsoft.com/office/drawing/2014/main" id="{B68004CB-A45C-1E46-E017-2B4A943CF187}"/>
              </a:ext>
            </a:extLst>
          </p:cNvPr>
          <p:cNvSpPr/>
          <p:nvPr/>
        </p:nvSpPr>
        <p:spPr>
          <a:xfrm>
            <a:off x="73151" y="1277110"/>
            <a:ext cx="4178809" cy="502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600"/>
              <a:buFont typeface="Calibri"/>
              <a:buNone/>
            </a:pPr>
            <a:r>
              <a:rPr lang="en-US" sz="1400" b="1" i="0" u="none" strike="noStrike" cap="none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   The Customer Challenge</a:t>
            </a:r>
            <a:endParaRPr sz="1400" b="0" i="0" u="none" strike="noStrike" cap="none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74;p5">
            <a:extLst>
              <a:ext uri="{FF2B5EF4-FFF2-40B4-BE49-F238E27FC236}">
                <a16:creationId xmlns:a16="http://schemas.microsoft.com/office/drawing/2014/main" id="{3B45D149-B471-1D7B-17F5-C2045179B9C9}"/>
              </a:ext>
            </a:extLst>
          </p:cNvPr>
          <p:cNvSpPr/>
          <p:nvPr/>
        </p:nvSpPr>
        <p:spPr>
          <a:xfrm>
            <a:off x="3612557" y="1368551"/>
            <a:ext cx="186887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300"/>
              <a:buFont typeface="Calibri"/>
              <a:buNone/>
            </a:pPr>
            <a:r>
              <a:rPr lang="en-US" sz="1200" b="0" i="1" u="none" strike="noStrike" cap="none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Most organizations are:</a:t>
            </a:r>
            <a:endParaRPr sz="1200" b="0" i="0" u="none" strike="noStrike" cap="none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76;p5">
            <a:extLst>
              <a:ext uri="{FF2B5EF4-FFF2-40B4-BE49-F238E27FC236}">
                <a16:creationId xmlns:a16="http://schemas.microsoft.com/office/drawing/2014/main" id="{593C3DC0-FAF1-2EFD-40D9-3AE8179D41F7}"/>
              </a:ext>
            </a:extLst>
          </p:cNvPr>
          <p:cNvSpPr/>
          <p:nvPr/>
        </p:nvSpPr>
        <p:spPr>
          <a:xfrm>
            <a:off x="135925" y="1821427"/>
            <a:ext cx="2190275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Experimenting with AI in disconnected pockets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2" name="Slide Number Placeholder 1">
            <a:extLst>
              <a:ext uri="{FF2B5EF4-FFF2-40B4-BE49-F238E27FC236}">
                <a16:creationId xmlns:a16="http://schemas.microsoft.com/office/drawing/2014/main" id="{99D7DAA6-15E6-B741-A6DC-ACADBF1CC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26160" y="7739696"/>
            <a:ext cx="257355" cy="215947"/>
          </a:xfrm>
        </p:spPr>
        <p:txBody>
          <a:bodyPr/>
          <a:lstStyle/>
          <a:p>
            <a:fld id="{BB55D76A-9B6E-CD41-ABBE-F6C938295BA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3" name="Google Shape;69;p5">
            <a:extLst>
              <a:ext uri="{FF2B5EF4-FFF2-40B4-BE49-F238E27FC236}">
                <a16:creationId xmlns:a16="http://schemas.microsoft.com/office/drawing/2014/main" id="{D3EFEA19-15C6-F30C-53D4-E1A5BBD41F96}"/>
              </a:ext>
            </a:extLst>
          </p:cNvPr>
          <p:cNvSpPr/>
          <p:nvPr/>
        </p:nvSpPr>
        <p:spPr>
          <a:xfrm>
            <a:off x="91438" y="2573026"/>
            <a:ext cx="2439022" cy="373228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" name="Google Shape;70;p5">
            <a:extLst>
              <a:ext uri="{FF2B5EF4-FFF2-40B4-BE49-F238E27FC236}">
                <a16:creationId xmlns:a16="http://schemas.microsoft.com/office/drawing/2014/main" id="{D9AEA0F5-D66C-E7A1-B909-885E92570917}"/>
              </a:ext>
            </a:extLst>
          </p:cNvPr>
          <p:cNvSpPr/>
          <p:nvPr/>
        </p:nvSpPr>
        <p:spPr>
          <a:xfrm>
            <a:off x="91438" y="2573027"/>
            <a:ext cx="2439022" cy="501149"/>
          </a:xfrm>
          <a:prstGeom prst="rect">
            <a:avLst/>
          </a:prstGeom>
          <a:solidFill>
            <a:srgbClr val="29707A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1. Human-Centered Design Workshops</a:t>
            </a:r>
          </a:p>
        </p:txBody>
      </p:sp>
      <p:sp>
        <p:nvSpPr>
          <p:cNvPr id="65" name="Google Shape;74;p5">
            <a:extLst>
              <a:ext uri="{FF2B5EF4-FFF2-40B4-BE49-F238E27FC236}">
                <a16:creationId xmlns:a16="http://schemas.microsoft.com/office/drawing/2014/main" id="{0859A0C7-B9CE-585B-2ABC-03D64DAE9C2A}"/>
              </a:ext>
            </a:extLst>
          </p:cNvPr>
          <p:cNvSpPr/>
          <p:nvPr/>
        </p:nvSpPr>
        <p:spPr>
          <a:xfrm>
            <a:off x="941831" y="3286743"/>
            <a:ext cx="239815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76;p5">
            <a:extLst>
              <a:ext uri="{FF2B5EF4-FFF2-40B4-BE49-F238E27FC236}">
                <a16:creationId xmlns:a16="http://schemas.microsoft.com/office/drawing/2014/main" id="{05A7A03F-469D-CC07-53CE-C9FD0F794AB7}"/>
              </a:ext>
            </a:extLst>
          </p:cNvPr>
          <p:cNvSpPr/>
          <p:nvPr/>
        </p:nvSpPr>
        <p:spPr>
          <a:xfrm>
            <a:off x="107296" y="3106430"/>
            <a:ext cx="2419648" cy="111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Facilitated workshops with business and IT stakeholders to: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Uncover process friction &amp; process debt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Identify high value AI &amp; agent opportunities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Map employee and customer journeys as relevant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Prioritize anchor use cases by value and feasibility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Align AI use cases to strategic business outcomes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Product: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Use Case Portfolio</a:t>
            </a:r>
          </a:p>
          <a:p>
            <a:pPr lvl="1"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9;p5">
            <a:extLst>
              <a:ext uri="{FF2B5EF4-FFF2-40B4-BE49-F238E27FC236}">
                <a16:creationId xmlns:a16="http://schemas.microsoft.com/office/drawing/2014/main" id="{095FBFC7-8468-6BF0-842D-A2E95C316B8C}"/>
              </a:ext>
            </a:extLst>
          </p:cNvPr>
          <p:cNvSpPr/>
          <p:nvPr/>
        </p:nvSpPr>
        <p:spPr>
          <a:xfrm>
            <a:off x="2603446" y="2559834"/>
            <a:ext cx="2439022" cy="374547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68" name="Google Shape;70;p5">
            <a:extLst>
              <a:ext uri="{FF2B5EF4-FFF2-40B4-BE49-F238E27FC236}">
                <a16:creationId xmlns:a16="http://schemas.microsoft.com/office/drawing/2014/main" id="{FC62321D-C252-AE77-1122-FBD3705BDA80}"/>
              </a:ext>
            </a:extLst>
          </p:cNvPr>
          <p:cNvSpPr/>
          <p:nvPr/>
        </p:nvSpPr>
        <p:spPr>
          <a:xfrm>
            <a:off x="2603446" y="2559835"/>
            <a:ext cx="2439022" cy="502920"/>
          </a:xfrm>
          <a:prstGeom prst="rect">
            <a:avLst/>
          </a:prstGeom>
          <a:solidFill>
            <a:srgbClr val="29707A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2. Digital Trust Baseline</a:t>
            </a:r>
          </a:p>
        </p:txBody>
      </p:sp>
      <p:sp>
        <p:nvSpPr>
          <p:cNvPr id="69" name="Google Shape;76;p5">
            <a:extLst>
              <a:ext uri="{FF2B5EF4-FFF2-40B4-BE49-F238E27FC236}">
                <a16:creationId xmlns:a16="http://schemas.microsoft.com/office/drawing/2014/main" id="{9DD26615-C255-AF3F-E3F7-90A80B682347}"/>
              </a:ext>
            </a:extLst>
          </p:cNvPr>
          <p:cNvSpPr/>
          <p:nvPr/>
        </p:nvSpPr>
        <p:spPr>
          <a:xfrm>
            <a:off x="2619304" y="3093237"/>
            <a:ext cx="2419649" cy="1116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Assess organizational readiness for: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Governance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Identity &amp; Access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Data Protection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Compliance Posture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Responsible AI Controls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lifecycle governance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Shadow AI Risk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Built Around: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365 E5 / E7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Entra Suite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Purview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Defender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Kyndryl’s Digital Trust Operations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Product: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Enterprise AI Security &amp; Governance Baseline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69;p5">
            <a:extLst>
              <a:ext uri="{FF2B5EF4-FFF2-40B4-BE49-F238E27FC236}">
                <a16:creationId xmlns:a16="http://schemas.microsoft.com/office/drawing/2014/main" id="{90131819-0EA0-7867-80E6-4089318B5DD8}"/>
              </a:ext>
            </a:extLst>
          </p:cNvPr>
          <p:cNvSpPr/>
          <p:nvPr/>
        </p:nvSpPr>
        <p:spPr>
          <a:xfrm>
            <a:off x="5112105" y="2573026"/>
            <a:ext cx="2439022" cy="373228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0;p5">
            <a:extLst>
              <a:ext uri="{FF2B5EF4-FFF2-40B4-BE49-F238E27FC236}">
                <a16:creationId xmlns:a16="http://schemas.microsoft.com/office/drawing/2014/main" id="{C10191F5-4518-D362-BC66-1F0E043C5F21}"/>
              </a:ext>
            </a:extLst>
          </p:cNvPr>
          <p:cNvSpPr/>
          <p:nvPr/>
        </p:nvSpPr>
        <p:spPr>
          <a:xfrm>
            <a:off x="5112105" y="2573027"/>
            <a:ext cx="2439022" cy="498871"/>
          </a:xfrm>
          <a:prstGeom prst="rect">
            <a:avLst/>
          </a:prstGeom>
          <a:solidFill>
            <a:srgbClr val="29707A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3. Reference Architecture</a:t>
            </a:r>
          </a:p>
        </p:txBody>
      </p:sp>
      <p:sp>
        <p:nvSpPr>
          <p:cNvPr id="72" name="Google Shape;76;p5">
            <a:extLst>
              <a:ext uri="{FF2B5EF4-FFF2-40B4-BE49-F238E27FC236}">
                <a16:creationId xmlns:a16="http://schemas.microsoft.com/office/drawing/2014/main" id="{30A3679D-85D8-C701-5E50-108C0F17D4F8}"/>
              </a:ext>
            </a:extLst>
          </p:cNvPr>
          <p:cNvSpPr/>
          <p:nvPr/>
        </p:nvSpPr>
        <p:spPr>
          <a:xfrm>
            <a:off x="5131012" y="3106430"/>
            <a:ext cx="2419649" cy="63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Define how AI, agents, data and governance integrate across the enterprise using: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M365 Copilot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Copilot Studio / Foundry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IQ</a:t>
            </a:r>
          </a:p>
          <a:p>
            <a:pPr marL="628650" lvl="1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IQ</a:t>
            </a:r>
          </a:p>
          <a:p>
            <a:pPr marL="628650" lvl="1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Fabric IQ</a:t>
            </a:r>
          </a:p>
          <a:p>
            <a:pPr marL="628650" lvl="1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Foundry IQ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Enterprise systems &amp; data sources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Includes: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Connector strategy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Orchestration patterns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Observability architecture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Security overlays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Product: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Future state AI Reference Architecture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69;p5">
            <a:extLst>
              <a:ext uri="{FF2B5EF4-FFF2-40B4-BE49-F238E27FC236}">
                <a16:creationId xmlns:a16="http://schemas.microsoft.com/office/drawing/2014/main" id="{9233F3CF-3AC2-B751-8D63-29F42BF43A1C}"/>
              </a:ext>
            </a:extLst>
          </p:cNvPr>
          <p:cNvSpPr/>
          <p:nvPr/>
        </p:nvSpPr>
        <p:spPr>
          <a:xfrm>
            <a:off x="7605991" y="2573026"/>
            <a:ext cx="2245762" cy="373228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0;p5">
            <a:extLst>
              <a:ext uri="{FF2B5EF4-FFF2-40B4-BE49-F238E27FC236}">
                <a16:creationId xmlns:a16="http://schemas.microsoft.com/office/drawing/2014/main" id="{3E96D2B1-1B11-599B-C56F-9A287F79FF80}"/>
              </a:ext>
            </a:extLst>
          </p:cNvPr>
          <p:cNvSpPr/>
          <p:nvPr/>
        </p:nvSpPr>
        <p:spPr>
          <a:xfrm>
            <a:off x="7605991" y="2573027"/>
            <a:ext cx="2245762" cy="502920"/>
          </a:xfrm>
          <a:prstGeom prst="rect">
            <a:avLst/>
          </a:prstGeom>
          <a:solidFill>
            <a:srgbClr val="29707A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4. Value Model</a:t>
            </a:r>
          </a:p>
        </p:txBody>
      </p:sp>
      <p:sp>
        <p:nvSpPr>
          <p:cNvPr id="75" name="Google Shape;76;p5">
            <a:extLst>
              <a:ext uri="{FF2B5EF4-FFF2-40B4-BE49-F238E27FC236}">
                <a16:creationId xmlns:a16="http://schemas.microsoft.com/office/drawing/2014/main" id="{F9960BBD-8FDA-CDBA-B415-26F003091578}"/>
              </a:ext>
            </a:extLst>
          </p:cNvPr>
          <p:cNvSpPr/>
          <p:nvPr/>
        </p:nvSpPr>
        <p:spPr>
          <a:xfrm>
            <a:off x="7605991" y="3106429"/>
            <a:ext cx="2245762" cy="1116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Create board-ready business cases for anchor use cases: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Productivity gains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Cycle time reduction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Cost-to-serve</a:t>
            </a: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 reduction</a:t>
            </a:r>
            <a:endParaRPr lang="en-US" sz="900">
              <a:solidFill>
                <a:srgbClr val="3C3C3B"/>
              </a:solidFill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Employee or Customer experience impact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Consumption projections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Product: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Value Realization Model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69;p5">
            <a:extLst>
              <a:ext uri="{FF2B5EF4-FFF2-40B4-BE49-F238E27FC236}">
                <a16:creationId xmlns:a16="http://schemas.microsoft.com/office/drawing/2014/main" id="{6923B907-944E-1F8C-F7DC-61C861DE3C88}"/>
              </a:ext>
            </a:extLst>
          </p:cNvPr>
          <p:cNvSpPr/>
          <p:nvPr/>
        </p:nvSpPr>
        <p:spPr>
          <a:xfrm>
            <a:off x="9906617" y="2573027"/>
            <a:ext cx="2245762" cy="373228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0;p5">
            <a:extLst>
              <a:ext uri="{FF2B5EF4-FFF2-40B4-BE49-F238E27FC236}">
                <a16:creationId xmlns:a16="http://schemas.microsoft.com/office/drawing/2014/main" id="{19A247DC-23D5-4167-A464-7AAFE4647882}"/>
              </a:ext>
            </a:extLst>
          </p:cNvPr>
          <p:cNvSpPr/>
          <p:nvPr/>
        </p:nvSpPr>
        <p:spPr>
          <a:xfrm>
            <a:off x="9906617" y="2573026"/>
            <a:ext cx="2245762" cy="512065"/>
          </a:xfrm>
          <a:prstGeom prst="rect">
            <a:avLst/>
          </a:prstGeom>
          <a:solidFill>
            <a:srgbClr val="29707A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5. Operating Model</a:t>
            </a:r>
          </a:p>
        </p:txBody>
      </p:sp>
      <p:sp>
        <p:nvSpPr>
          <p:cNvPr id="78" name="Google Shape;76;p5">
            <a:extLst>
              <a:ext uri="{FF2B5EF4-FFF2-40B4-BE49-F238E27FC236}">
                <a16:creationId xmlns:a16="http://schemas.microsoft.com/office/drawing/2014/main" id="{565B1C2C-666A-783D-D884-55970DA4FE36}"/>
              </a:ext>
            </a:extLst>
          </p:cNvPr>
          <p:cNvSpPr/>
          <p:nvPr/>
        </p:nvSpPr>
        <p:spPr>
          <a:xfrm>
            <a:off x="9924454" y="3106430"/>
            <a:ext cx="2227924" cy="63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Establish: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Governance Council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Ownership Model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Delivery Model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lifecycle operations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support model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Adoption &amp; Change Management Strategy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ME7 / A365 &amp; Agent Consumption Roadmap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Product: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Enterprise AI Operating Model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6;p5">
            <a:extLst>
              <a:ext uri="{FF2B5EF4-FFF2-40B4-BE49-F238E27FC236}">
                <a16:creationId xmlns:a16="http://schemas.microsoft.com/office/drawing/2014/main" id="{D08F60EC-114C-0C71-803A-4FF2FC738B0E}"/>
              </a:ext>
            </a:extLst>
          </p:cNvPr>
          <p:cNvSpPr/>
          <p:nvPr/>
        </p:nvSpPr>
        <p:spPr>
          <a:xfrm>
            <a:off x="2456686" y="1826526"/>
            <a:ext cx="2090310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Struggling to prioritize enterprise use cases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76;p5">
            <a:extLst>
              <a:ext uri="{FF2B5EF4-FFF2-40B4-BE49-F238E27FC236}">
                <a16:creationId xmlns:a16="http://schemas.microsoft.com/office/drawing/2014/main" id="{CA387E1D-C84D-2B09-2DB9-099807A74140}"/>
              </a:ext>
            </a:extLst>
          </p:cNvPr>
          <p:cNvSpPr/>
          <p:nvPr/>
        </p:nvSpPr>
        <p:spPr>
          <a:xfrm>
            <a:off x="4740256" y="1821427"/>
            <a:ext cx="2090311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Lacking governance for agents and autonomous workflows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76;p5">
            <a:extLst>
              <a:ext uri="{FF2B5EF4-FFF2-40B4-BE49-F238E27FC236}">
                <a16:creationId xmlns:a16="http://schemas.microsoft.com/office/drawing/2014/main" id="{A9796503-6960-283C-59A3-3F72DE90BE35}"/>
              </a:ext>
            </a:extLst>
          </p:cNvPr>
          <p:cNvSpPr/>
          <p:nvPr/>
        </p:nvSpPr>
        <p:spPr>
          <a:xfrm>
            <a:off x="7296293" y="1821427"/>
            <a:ext cx="2380488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Unable to connect AI investments to measurable business outcomes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76;p5">
            <a:extLst>
              <a:ext uri="{FF2B5EF4-FFF2-40B4-BE49-F238E27FC236}">
                <a16:creationId xmlns:a16="http://schemas.microsoft.com/office/drawing/2014/main" id="{4448BCF0-5337-4E7B-0D2E-AEF86ED188A2}"/>
              </a:ext>
            </a:extLst>
          </p:cNvPr>
          <p:cNvSpPr/>
          <p:nvPr/>
        </p:nvSpPr>
        <p:spPr>
          <a:xfrm>
            <a:off x="9870041" y="1821427"/>
            <a:ext cx="2277471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Missing an operating model for AI at scale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D17337BD-C468-3D21-6B02-2EC4192C4B80}"/>
              </a:ext>
            </a:extLst>
          </p:cNvPr>
          <p:cNvSpPr txBox="1">
            <a:spLocks/>
          </p:cNvSpPr>
          <p:nvPr/>
        </p:nvSpPr>
        <p:spPr>
          <a:xfrm>
            <a:off x="1292022" y="6498817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400" b="0" i="0" kern="1200" dirty="0" smtClean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  <a:lvl2pPr marL="514350" indent="-2254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None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 marL="1030288" indent="-2889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System Font Regular"/>
              <a:buChar char="–"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4pPr>
            <a:lvl5pPr marL="1257300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4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The Blueprint </a:t>
            </a:r>
            <a:r>
              <a:rPr lang="en-US" sz="1000" dirty="0"/>
              <a:t>becomes the strategic artifact the CIO, business leaders and board align around for multi-year AI transformation.</a:t>
            </a:r>
          </a:p>
        </p:txBody>
      </p:sp>
      <p:sp>
        <p:nvSpPr>
          <p:cNvPr id="89" name="Google Shape;72;p5">
            <a:extLst>
              <a:ext uri="{FF2B5EF4-FFF2-40B4-BE49-F238E27FC236}">
                <a16:creationId xmlns:a16="http://schemas.microsoft.com/office/drawing/2014/main" id="{BE187646-9B07-EEA8-9133-10CB4861AE13}"/>
              </a:ext>
            </a:extLst>
          </p:cNvPr>
          <p:cNvSpPr/>
          <p:nvPr/>
        </p:nvSpPr>
        <p:spPr>
          <a:xfrm>
            <a:off x="11690312" y="164899"/>
            <a:ext cx="914400" cy="378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8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29707A"/>
                </a:solidFill>
                <a:ea typeface="Calibri"/>
                <a:cs typeface="Calibri"/>
                <a:sym typeface="Calibri"/>
              </a:rPr>
              <a:t>01</a:t>
            </a:r>
            <a:endParaRPr sz="2000" b="0" i="0" u="none" strike="noStrike" cap="none" dirty="0">
              <a:solidFill>
                <a:srgbClr val="29707A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90" name="Title 10">
            <a:extLst>
              <a:ext uri="{FF2B5EF4-FFF2-40B4-BE49-F238E27FC236}">
                <a16:creationId xmlns:a16="http://schemas.microsoft.com/office/drawing/2014/main" id="{B3089A05-DDB4-C25A-7772-DAAEA2B1840E}"/>
              </a:ext>
            </a:extLst>
          </p:cNvPr>
          <p:cNvSpPr txBox="1">
            <a:spLocks/>
          </p:cNvSpPr>
          <p:nvPr/>
        </p:nvSpPr>
        <p:spPr>
          <a:xfrm>
            <a:off x="10906197" y="234871"/>
            <a:ext cx="1438203" cy="2810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rgbClr val="FF462D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</a:lstStyle>
          <a:p>
            <a:r>
              <a:rPr lang="en-US" sz="1400" dirty="0">
                <a:solidFill>
                  <a:srgbClr val="29707A"/>
                </a:solidFill>
              </a:rPr>
              <a:t>Envision</a:t>
            </a:r>
          </a:p>
        </p:txBody>
      </p:sp>
    </p:spTree>
    <p:extLst>
      <p:ext uri="{BB962C8B-B14F-4D97-AF65-F5344CB8AC3E}">
        <p14:creationId xmlns:p14="http://schemas.microsoft.com/office/powerpoint/2010/main" val="3199518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A6527-0250-7DB2-B69D-50B5B483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2968E07-658F-62EC-B355-152C364EE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1844013-941A-6DC2-6322-1BA8855446B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US" b="1" dirty="0"/>
              <a:t>Build the Intelligent Enterprise: </a:t>
            </a:r>
            <a:r>
              <a:rPr lang="en-US" dirty="0"/>
              <a:t>Deploy AI, agents and intelligent workflows directly into the flow of work.</a:t>
            </a:r>
          </a:p>
        </p:txBody>
      </p:sp>
      <p:sp>
        <p:nvSpPr>
          <p:cNvPr id="17" name="Google Shape;69;p5">
            <a:extLst>
              <a:ext uri="{FF2B5EF4-FFF2-40B4-BE49-F238E27FC236}">
                <a16:creationId xmlns:a16="http://schemas.microsoft.com/office/drawing/2014/main" id="{4AF6BA8E-19CF-1EE0-BC7E-090A50C61CC8}"/>
              </a:ext>
            </a:extLst>
          </p:cNvPr>
          <p:cNvSpPr/>
          <p:nvPr/>
        </p:nvSpPr>
        <p:spPr>
          <a:xfrm>
            <a:off x="91438" y="1277111"/>
            <a:ext cx="12045698" cy="12044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70;p5">
            <a:extLst>
              <a:ext uri="{FF2B5EF4-FFF2-40B4-BE49-F238E27FC236}">
                <a16:creationId xmlns:a16="http://schemas.microsoft.com/office/drawing/2014/main" id="{C09D6627-1DFF-BBF8-A8EC-480A85701702}"/>
              </a:ext>
            </a:extLst>
          </p:cNvPr>
          <p:cNvSpPr/>
          <p:nvPr/>
        </p:nvSpPr>
        <p:spPr>
          <a:xfrm>
            <a:off x="91439" y="1277112"/>
            <a:ext cx="12045698" cy="502920"/>
          </a:xfrm>
          <a:prstGeom prst="rect">
            <a:avLst/>
          </a:prstGeom>
          <a:solidFill>
            <a:srgbClr val="042315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73;p5">
            <a:extLst>
              <a:ext uri="{FF2B5EF4-FFF2-40B4-BE49-F238E27FC236}">
                <a16:creationId xmlns:a16="http://schemas.microsoft.com/office/drawing/2014/main" id="{032B1FDD-01BE-6048-52E7-669245E28064}"/>
              </a:ext>
            </a:extLst>
          </p:cNvPr>
          <p:cNvSpPr/>
          <p:nvPr/>
        </p:nvSpPr>
        <p:spPr>
          <a:xfrm>
            <a:off x="73151" y="1277110"/>
            <a:ext cx="4178809" cy="502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600"/>
              <a:buFont typeface="Calibri"/>
              <a:buNone/>
            </a:pPr>
            <a:r>
              <a:rPr lang="en-US" sz="1400" b="1" i="0" u="none" strike="noStrike" cap="none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   The Customer Challenge</a:t>
            </a:r>
            <a:endParaRPr sz="1400" b="0" i="0" u="none" strike="noStrike" cap="none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74;p5">
            <a:extLst>
              <a:ext uri="{FF2B5EF4-FFF2-40B4-BE49-F238E27FC236}">
                <a16:creationId xmlns:a16="http://schemas.microsoft.com/office/drawing/2014/main" id="{59049C02-2776-5924-56F2-B2FC11245D20}"/>
              </a:ext>
            </a:extLst>
          </p:cNvPr>
          <p:cNvSpPr/>
          <p:nvPr/>
        </p:nvSpPr>
        <p:spPr>
          <a:xfrm>
            <a:off x="3612557" y="1368551"/>
            <a:ext cx="186887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300"/>
              <a:buFont typeface="Calibri"/>
              <a:buNone/>
            </a:pPr>
            <a:r>
              <a:rPr lang="en-US" sz="1200" b="0" i="1" u="none" strike="noStrike" cap="none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Most organizations have:</a:t>
            </a:r>
            <a:endParaRPr sz="1200" b="0" i="0" u="none" strike="noStrike" cap="none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76;p5">
            <a:extLst>
              <a:ext uri="{FF2B5EF4-FFF2-40B4-BE49-F238E27FC236}">
                <a16:creationId xmlns:a16="http://schemas.microsoft.com/office/drawing/2014/main" id="{49D7A14F-F2A7-44E8-4F83-1F4D2EA83B1C}"/>
              </a:ext>
            </a:extLst>
          </p:cNvPr>
          <p:cNvSpPr/>
          <p:nvPr/>
        </p:nvSpPr>
        <p:spPr>
          <a:xfrm>
            <a:off x="135925" y="1821427"/>
            <a:ext cx="2190275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Isolated AI pilots with limited scale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2" name="Slide Number Placeholder 1">
            <a:extLst>
              <a:ext uri="{FF2B5EF4-FFF2-40B4-BE49-F238E27FC236}">
                <a16:creationId xmlns:a16="http://schemas.microsoft.com/office/drawing/2014/main" id="{7F9183E3-CB03-5E15-2694-A7AEC01FF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26160" y="7739696"/>
            <a:ext cx="257355" cy="215947"/>
          </a:xfrm>
        </p:spPr>
        <p:txBody>
          <a:bodyPr/>
          <a:lstStyle/>
          <a:p>
            <a:fld id="{BB55D76A-9B6E-CD41-ABBE-F6C938295BA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3" name="Google Shape;69;p5">
            <a:extLst>
              <a:ext uri="{FF2B5EF4-FFF2-40B4-BE49-F238E27FC236}">
                <a16:creationId xmlns:a16="http://schemas.microsoft.com/office/drawing/2014/main" id="{1F7ADF8D-7EB1-7C3F-0ADD-ED88050935A0}"/>
              </a:ext>
            </a:extLst>
          </p:cNvPr>
          <p:cNvSpPr/>
          <p:nvPr/>
        </p:nvSpPr>
        <p:spPr>
          <a:xfrm>
            <a:off x="91438" y="2573026"/>
            <a:ext cx="2439022" cy="369178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" name="Google Shape;70;p5">
            <a:extLst>
              <a:ext uri="{FF2B5EF4-FFF2-40B4-BE49-F238E27FC236}">
                <a16:creationId xmlns:a16="http://schemas.microsoft.com/office/drawing/2014/main" id="{92BFD7E0-AF2E-C32D-8FC5-37289AE56E92}"/>
              </a:ext>
            </a:extLst>
          </p:cNvPr>
          <p:cNvSpPr/>
          <p:nvPr/>
        </p:nvSpPr>
        <p:spPr>
          <a:xfrm>
            <a:off x="91438" y="2573027"/>
            <a:ext cx="2439022" cy="501149"/>
          </a:xfrm>
          <a:prstGeom prst="rect">
            <a:avLst/>
          </a:prstGeom>
          <a:solidFill>
            <a:srgbClr val="FF462D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1. Agent Factory Delivery</a:t>
            </a:r>
          </a:p>
        </p:txBody>
      </p:sp>
      <p:sp>
        <p:nvSpPr>
          <p:cNvPr id="65" name="Google Shape;74;p5">
            <a:extLst>
              <a:ext uri="{FF2B5EF4-FFF2-40B4-BE49-F238E27FC236}">
                <a16:creationId xmlns:a16="http://schemas.microsoft.com/office/drawing/2014/main" id="{9AF47C5B-39D1-CB64-DFBD-6A3A3A2D0A93}"/>
              </a:ext>
            </a:extLst>
          </p:cNvPr>
          <p:cNvSpPr/>
          <p:nvPr/>
        </p:nvSpPr>
        <p:spPr>
          <a:xfrm>
            <a:off x="941831" y="3286743"/>
            <a:ext cx="239815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76;p5">
            <a:extLst>
              <a:ext uri="{FF2B5EF4-FFF2-40B4-BE49-F238E27FC236}">
                <a16:creationId xmlns:a16="http://schemas.microsoft.com/office/drawing/2014/main" id="{69B9DEB5-24BE-A078-3263-6F01672263EA}"/>
              </a:ext>
            </a:extLst>
          </p:cNvPr>
          <p:cNvSpPr/>
          <p:nvPr/>
        </p:nvSpPr>
        <p:spPr>
          <a:xfrm>
            <a:off x="107296" y="3106430"/>
            <a:ext cx="2419648" cy="111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Engineer and deploy enterprise AI agents: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Custom Agent Engineering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Human + agent orchestration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Outcome engineering for business process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Enterprise workflow automation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Continuous innovation backlog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Copilot Studio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Azure AI Foundry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Kyndry’s</a:t>
            </a: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 Agentic Framework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lvl="1"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9;p5">
            <a:extLst>
              <a:ext uri="{FF2B5EF4-FFF2-40B4-BE49-F238E27FC236}">
                <a16:creationId xmlns:a16="http://schemas.microsoft.com/office/drawing/2014/main" id="{AE5F0B7D-E511-6AC2-C200-6DE4B5F18574}"/>
              </a:ext>
            </a:extLst>
          </p:cNvPr>
          <p:cNvSpPr/>
          <p:nvPr/>
        </p:nvSpPr>
        <p:spPr>
          <a:xfrm>
            <a:off x="2603446" y="2529352"/>
            <a:ext cx="2439022" cy="373545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68" name="Google Shape;70;p5">
            <a:extLst>
              <a:ext uri="{FF2B5EF4-FFF2-40B4-BE49-F238E27FC236}">
                <a16:creationId xmlns:a16="http://schemas.microsoft.com/office/drawing/2014/main" id="{E0FC8D4B-B57A-CFBF-62AF-A83DC797286F}"/>
              </a:ext>
            </a:extLst>
          </p:cNvPr>
          <p:cNvSpPr/>
          <p:nvPr/>
        </p:nvSpPr>
        <p:spPr>
          <a:xfrm>
            <a:off x="2603446" y="2559835"/>
            <a:ext cx="2439022" cy="502920"/>
          </a:xfrm>
          <a:prstGeom prst="rect">
            <a:avLst/>
          </a:prstGeom>
          <a:solidFill>
            <a:srgbClr val="FF462D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2. Connected Intelligence</a:t>
            </a:r>
          </a:p>
        </p:txBody>
      </p:sp>
      <p:sp>
        <p:nvSpPr>
          <p:cNvPr id="69" name="Google Shape;76;p5">
            <a:extLst>
              <a:ext uri="{FF2B5EF4-FFF2-40B4-BE49-F238E27FC236}">
                <a16:creationId xmlns:a16="http://schemas.microsoft.com/office/drawing/2014/main" id="{BB230616-3F8D-1A2C-B138-F2180DA5BF36}"/>
              </a:ext>
            </a:extLst>
          </p:cNvPr>
          <p:cNvSpPr/>
          <p:nvPr/>
        </p:nvSpPr>
        <p:spPr>
          <a:xfrm>
            <a:off x="2619304" y="3093237"/>
            <a:ext cx="2419649" cy="1116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Ground AI in Enterprise knowledge and context: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IQ activation strategy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IQ enterprise grounding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Graph Connector integration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Context-Aware AI experiences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Secure data access alignment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Intelligent Search &amp; retrieval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Migration (SharePoint/File Server, </a:t>
            </a:r>
            <a:r>
              <a:rPr lang="en-US" sz="900" dirty="0" err="1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etc</a:t>
            </a: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)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IQ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Fabric IQ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Graph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Dataverse</a:t>
            </a:r>
          </a:p>
        </p:txBody>
      </p:sp>
      <p:sp>
        <p:nvSpPr>
          <p:cNvPr id="70" name="Google Shape;69;p5">
            <a:extLst>
              <a:ext uri="{FF2B5EF4-FFF2-40B4-BE49-F238E27FC236}">
                <a16:creationId xmlns:a16="http://schemas.microsoft.com/office/drawing/2014/main" id="{09C323C3-30E3-B550-CF48-7560737C466C}"/>
              </a:ext>
            </a:extLst>
          </p:cNvPr>
          <p:cNvSpPr/>
          <p:nvPr/>
        </p:nvSpPr>
        <p:spPr>
          <a:xfrm>
            <a:off x="5112105" y="2573025"/>
            <a:ext cx="2439022" cy="36917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0;p5">
            <a:extLst>
              <a:ext uri="{FF2B5EF4-FFF2-40B4-BE49-F238E27FC236}">
                <a16:creationId xmlns:a16="http://schemas.microsoft.com/office/drawing/2014/main" id="{03B193D5-E689-B4B9-5FEC-32B764D724F9}"/>
              </a:ext>
            </a:extLst>
          </p:cNvPr>
          <p:cNvSpPr/>
          <p:nvPr/>
        </p:nvSpPr>
        <p:spPr>
          <a:xfrm>
            <a:off x="5112105" y="2573027"/>
            <a:ext cx="2439022" cy="498871"/>
          </a:xfrm>
          <a:prstGeom prst="rect">
            <a:avLst/>
          </a:prstGeom>
          <a:solidFill>
            <a:srgbClr val="FF462D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3. Copilot &amp; Agent Adoption</a:t>
            </a:r>
          </a:p>
        </p:txBody>
      </p:sp>
      <p:sp>
        <p:nvSpPr>
          <p:cNvPr id="72" name="Google Shape;76;p5">
            <a:extLst>
              <a:ext uri="{FF2B5EF4-FFF2-40B4-BE49-F238E27FC236}">
                <a16:creationId xmlns:a16="http://schemas.microsoft.com/office/drawing/2014/main" id="{7B8B8C61-72F1-5C3E-B2EA-C86C17989A9E}"/>
              </a:ext>
            </a:extLst>
          </p:cNvPr>
          <p:cNvSpPr/>
          <p:nvPr/>
        </p:nvSpPr>
        <p:spPr>
          <a:xfrm>
            <a:off x="5131012" y="3106430"/>
            <a:ext cx="2419649" cy="63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Transform how employees will rearchitect work with AI: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Enterprise M365 Copilot Adoption Accelerator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adoption enablement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champions network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Role-based, multi-modal learning journeys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Prompt &amp; workflow coaching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M365 Copilot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Teams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SharePoint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Copilot Analytics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Kyndryl’s Human Systems Architect Framework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69;p5">
            <a:extLst>
              <a:ext uri="{FF2B5EF4-FFF2-40B4-BE49-F238E27FC236}">
                <a16:creationId xmlns:a16="http://schemas.microsoft.com/office/drawing/2014/main" id="{B07F1E8B-445C-994D-5640-FF9627CEC0EC}"/>
              </a:ext>
            </a:extLst>
          </p:cNvPr>
          <p:cNvSpPr/>
          <p:nvPr/>
        </p:nvSpPr>
        <p:spPr>
          <a:xfrm>
            <a:off x="7605991" y="2573026"/>
            <a:ext cx="2245762" cy="36917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0;p5">
            <a:extLst>
              <a:ext uri="{FF2B5EF4-FFF2-40B4-BE49-F238E27FC236}">
                <a16:creationId xmlns:a16="http://schemas.microsoft.com/office/drawing/2014/main" id="{BD923E92-4DF8-65A3-9107-6B1D7EFF0DFF}"/>
              </a:ext>
            </a:extLst>
          </p:cNvPr>
          <p:cNvSpPr/>
          <p:nvPr/>
        </p:nvSpPr>
        <p:spPr>
          <a:xfrm>
            <a:off x="7605991" y="2573027"/>
            <a:ext cx="2245762" cy="502920"/>
          </a:xfrm>
          <a:prstGeom prst="rect">
            <a:avLst/>
          </a:prstGeom>
          <a:solidFill>
            <a:srgbClr val="FF462D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4. Digital Trust &amp; Secure AI Enablement</a:t>
            </a:r>
          </a:p>
        </p:txBody>
      </p:sp>
      <p:sp>
        <p:nvSpPr>
          <p:cNvPr id="75" name="Google Shape;76;p5">
            <a:extLst>
              <a:ext uri="{FF2B5EF4-FFF2-40B4-BE49-F238E27FC236}">
                <a16:creationId xmlns:a16="http://schemas.microsoft.com/office/drawing/2014/main" id="{FDD374DB-9232-1538-7892-5D0C43C8DB54}"/>
              </a:ext>
            </a:extLst>
          </p:cNvPr>
          <p:cNvSpPr/>
          <p:nvPr/>
        </p:nvSpPr>
        <p:spPr>
          <a:xfrm>
            <a:off x="7605991" y="3106429"/>
            <a:ext cx="2245762" cy="1116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Operationalize secure, governed AI across the enterprise: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Digital Trust rollout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Secure AI configuration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Identity &amp; Access alignment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Responsible AI Controls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Data protection &amp; Compliance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Policy-as-Code implementation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Human-in-the-loop governance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Security policy implementation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Purview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Entra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Defender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Sentinel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Security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Kyndryl's policy-as-code framework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Kyndryl’s Digital Trust Operations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69;p5">
            <a:extLst>
              <a:ext uri="{FF2B5EF4-FFF2-40B4-BE49-F238E27FC236}">
                <a16:creationId xmlns:a16="http://schemas.microsoft.com/office/drawing/2014/main" id="{4FD246BF-DC95-10F1-533F-1EF097A8E6B3}"/>
              </a:ext>
            </a:extLst>
          </p:cNvPr>
          <p:cNvSpPr/>
          <p:nvPr/>
        </p:nvSpPr>
        <p:spPr>
          <a:xfrm>
            <a:off x="9906617" y="2573027"/>
            <a:ext cx="2245762" cy="36917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0;p5">
            <a:extLst>
              <a:ext uri="{FF2B5EF4-FFF2-40B4-BE49-F238E27FC236}">
                <a16:creationId xmlns:a16="http://schemas.microsoft.com/office/drawing/2014/main" id="{F95F874E-6FE7-CAA8-5B10-BE9C3F25D70A}"/>
              </a:ext>
            </a:extLst>
          </p:cNvPr>
          <p:cNvSpPr/>
          <p:nvPr/>
        </p:nvSpPr>
        <p:spPr>
          <a:xfrm>
            <a:off x="9906617" y="2573026"/>
            <a:ext cx="2245762" cy="512065"/>
          </a:xfrm>
          <a:prstGeom prst="rect">
            <a:avLst/>
          </a:prstGeom>
          <a:solidFill>
            <a:srgbClr val="FF462D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5. LOB &amp; Industry Agent Accelerators</a:t>
            </a:r>
          </a:p>
        </p:txBody>
      </p:sp>
      <p:sp>
        <p:nvSpPr>
          <p:cNvPr id="78" name="Google Shape;76;p5">
            <a:extLst>
              <a:ext uri="{FF2B5EF4-FFF2-40B4-BE49-F238E27FC236}">
                <a16:creationId xmlns:a16="http://schemas.microsoft.com/office/drawing/2014/main" id="{5CF4A0B2-915C-D3FD-FC4C-72BCDD9DF603}"/>
              </a:ext>
            </a:extLst>
          </p:cNvPr>
          <p:cNvSpPr/>
          <p:nvPr/>
        </p:nvSpPr>
        <p:spPr>
          <a:xfrm>
            <a:off x="9924454" y="3106430"/>
            <a:ext cx="2227924" cy="63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Activate enterprise AI quickly with governed starter agents: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LOB &amp; Industry agent starter packs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 operational onboarding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Marketplace aligned accelerators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Reusable workflow patterns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Product or Powered by: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Store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Copilot Studio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IQ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6;p5">
            <a:extLst>
              <a:ext uri="{FF2B5EF4-FFF2-40B4-BE49-F238E27FC236}">
                <a16:creationId xmlns:a16="http://schemas.microsoft.com/office/drawing/2014/main" id="{0AA5423C-E5C6-3F7C-402B-10493FD7CDAA}"/>
              </a:ext>
            </a:extLst>
          </p:cNvPr>
          <p:cNvSpPr/>
          <p:nvPr/>
        </p:nvSpPr>
        <p:spPr>
          <a:xfrm>
            <a:off x="2456686" y="1826526"/>
            <a:ext cx="2090310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Fragmented copilots and disconnected agents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76;p5">
            <a:extLst>
              <a:ext uri="{FF2B5EF4-FFF2-40B4-BE49-F238E27FC236}">
                <a16:creationId xmlns:a16="http://schemas.microsoft.com/office/drawing/2014/main" id="{350BBC1A-C6B2-E15B-A1D6-0025FBB4BD4B}"/>
              </a:ext>
            </a:extLst>
          </p:cNvPr>
          <p:cNvSpPr/>
          <p:nvPr/>
        </p:nvSpPr>
        <p:spPr>
          <a:xfrm>
            <a:off x="4740256" y="1821427"/>
            <a:ext cx="2090311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Low Copilot &amp; Agent adoption beyond early enthusiasts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76;p5">
            <a:extLst>
              <a:ext uri="{FF2B5EF4-FFF2-40B4-BE49-F238E27FC236}">
                <a16:creationId xmlns:a16="http://schemas.microsoft.com/office/drawing/2014/main" id="{2034DDB2-5973-3277-28F9-29C41E9BBABD}"/>
              </a:ext>
            </a:extLst>
          </p:cNvPr>
          <p:cNvSpPr/>
          <p:nvPr/>
        </p:nvSpPr>
        <p:spPr>
          <a:xfrm>
            <a:off x="7151822" y="1821427"/>
            <a:ext cx="2380488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Limited integration across enterprise systems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76;p5">
            <a:extLst>
              <a:ext uri="{FF2B5EF4-FFF2-40B4-BE49-F238E27FC236}">
                <a16:creationId xmlns:a16="http://schemas.microsoft.com/office/drawing/2014/main" id="{C2F0E0B0-FFAF-4DE5-C10D-0E33B690C26E}"/>
              </a:ext>
            </a:extLst>
          </p:cNvPr>
          <p:cNvSpPr/>
          <p:nvPr/>
        </p:nvSpPr>
        <p:spPr>
          <a:xfrm>
            <a:off x="9601200" y="1821427"/>
            <a:ext cx="2546313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No repeatable approach for ridding process debt &amp; reimaging workflows for AI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72;p5">
            <a:extLst>
              <a:ext uri="{FF2B5EF4-FFF2-40B4-BE49-F238E27FC236}">
                <a16:creationId xmlns:a16="http://schemas.microsoft.com/office/drawing/2014/main" id="{51F2FBDF-6B64-7E6C-C31F-93F8ACB2C79E}"/>
              </a:ext>
            </a:extLst>
          </p:cNvPr>
          <p:cNvSpPr/>
          <p:nvPr/>
        </p:nvSpPr>
        <p:spPr>
          <a:xfrm>
            <a:off x="11690312" y="164899"/>
            <a:ext cx="914400" cy="378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8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FF462D"/>
                </a:solidFill>
                <a:ea typeface="Calibri"/>
                <a:cs typeface="Calibri"/>
                <a:sym typeface="Calibri"/>
              </a:rPr>
              <a:t>02</a:t>
            </a:r>
            <a:endParaRPr sz="2000" b="0" i="0" u="none" strike="noStrike" cap="none" dirty="0">
              <a:solidFill>
                <a:srgbClr val="FF462D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B6D5E13D-C06F-481F-EADC-ED334CD0A925}"/>
              </a:ext>
            </a:extLst>
          </p:cNvPr>
          <p:cNvSpPr txBox="1">
            <a:spLocks/>
          </p:cNvSpPr>
          <p:nvPr/>
        </p:nvSpPr>
        <p:spPr>
          <a:xfrm>
            <a:off x="1111633" y="648879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400" b="0" i="0" kern="1200" dirty="0" smtClean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  <a:lvl2pPr marL="514350" indent="-2254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None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 marL="1030288" indent="-2889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System Font Regular"/>
              <a:buChar char="–"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4pPr>
            <a:lvl5pPr marL="1257300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4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Starter Agents </a:t>
            </a:r>
            <a:r>
              <a:rPr lang="en-US" sz="1000" dirty="0"/>
              <a:t>accelerate Agent 365 activation while enterprise custom solutions are developed through the agent factory.</a:t>
            </a:r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D5480982-F81A-61DD-CCBF-12B3A543EBC3}"/>
              </a:ext>
            </a:extLst>
          </p:cNvPr>
          <p:cNvSpPr txBox="1">
            <a:spLocks/>
          </p:cNvSpPr>
          <p:nvPr/>
        </p:nvSpPr>
        <p:spPr>
          <a:xfrm>
            <a:off x="11029499" y="239882"/>
            <a:ext cx="660814" cy="2810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rgbClr val="FF462D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</a:lstStyle>
          <a:p>
            <a:r>
              <a:rPr lang="en-US" sz="14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665502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3F74D-5AF1-EDD2-1000-9CBA6B2A7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E1DB35-B5E0-8BB6-643A-0614E3E97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87E3F"/>
                </a:solidFill>
              </a:rPr>
              <a:t>Operate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3C3B225-030E-0FDD-1376-79FEE4518B3B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US" b="1" dirty="0"/>
              <a:t>Operate the Autonomous Enterprise: </a:t>
            </a:r>
            <a:r>
              <a:rPr lang="en-US" dirty="0"/>
              <a:t>Govern, observe, secure and optimize AI at enterprise scale</a:t>
            </a:r>
          </a:p>
        </p:txBody>
      </p:sp>
      <p:sp>
        <p:nvSpPr>
          <p:cNvPr id="17" name="Google Shape;69;p5">
            <a:extLst>
              <a:ext uri="{FF2B5EF4-FFF2-40B4-BE49-F238E27FC236}">
                <a16:creationId xmlns:a16="http://schemas.microsoft.com/office/drawing/2014/main" id="{F290B6E1-EB74-6E4F-7E69-8EB6DE4AF863}"/>
              </a:ext>
            </a:extLst>
          </p:cNvPr>
          <p:cNvSpPr/>
          <p:nvPr/>
        </p:nvSpPr>
        <p:spPr>
          <a:xfrm>
            <a:off x="91438" y="1277111"/>
            <a:ext cx="12045698" cy="12044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70;p5">
            <a:extLst>
              <a:ext uri="{FF2B5EF4-FFF2-40B4-BE49-F238E27FC236}">
                <a16:creationId xmlns:a16="http://schemas.microsoft.com/office/drawing/2014/main" id="{2571B226-8FCB-87B8-3E0F-3279FC7353AC}"/>
              </a:ext>
            </a:extLst>
          </p:cNvPr>
          <p:cNvSpPr/>
          <p:nvPr/>
        </p:nvSpPr>
        <p:spPr>
          <a:xfrm>
            <a:off x="91439" y="1277112"/>
            <a:ext cx="12045698" cy="502920"/>
          </a:xfrm>
          <a:prstGeom prst="rect">
            <a:avLst/>
          </a:prstGeom>
          <a:solidFill>
            <a:srgbClr val="042315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73;p5">
            <a:extLst>
              <a:ext uri="{FF2B5EF4-FFF2-40B4-BE49-F238E27FC236}">
                <a16:creationId xmlns:a16="http://schemas.microsoft.com/office/drawing/2014/main" id="{3F0FCB01-1FA9-A585-84ED-D5AD7104BE1C}"/>
              </a:ext>
            </a:extLst>
          </p:cNvPr>
          <p:cNvSpPr/>
          <p:nvPr/>
        </p:nvSpPr>
        <p:spPr>
          <a:xfrm>
            <a:off x="73151" y="1277110"/>
            <a:ext cx="4178809" cy="502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600"/>
              <a:buFont typeface="Calibri"/>
              <a:buNone/>
            </a:pPr>
            <a:r>
              <a:rPr lang="en-US" sz="1400" b="1" i="0" u="none" strike="noStrike" cap="none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   The Customer Challenge</a:t>
            </a:r>
            <a:endParaRPr sz="1400" b="0" i="0" u="none" strike="noStrike" cap="none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74;p5">
            <a:extLst>
              <a:ext uri="{FF2B5EF4-FFF2-40B4-BE49-F238E27FC236}">
                <a16:creationId xmlns:a16="http://schemas.microsoft.com/office/drawing/2014/main" id="{C1A1876C-6C31-8EE0-45A9-B75A8852CADF}"/>
              </a:ext>
            </a:extLst>
          </p:cNvPr>
          <p:cNvSpPr/>
          <p:nvPr/>
        </p:nvSpPr>
        <p:spPr>
          <a:xfrm>
            <a:off x="3612557" y="1368551"/>
            <a:ext cx="186887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300"/>
              <a:buFont typeface="Calibri"/>
              <a:buNone/>
            </a:pPr>
            <a:r>
              <a:rPr lang="en-US" sz="1200" b="0" i="1" u="none" strike="noStrike" cap="none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Most organizations:</a:t>
            </a:r>
            <a:endParaRPr sz="1200" b="0" i="0" u="none" strike="noStrike" cap="none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76;p5">
            <a:extLst>
              <a:ext uri="{FF2B5EF4-FFF2-40B4-BE49-F238E27FC236}">
                <a16:creationId xmlns:a16="http://schemas.microsoft.com/office/drawing/2014/main" id="{5AF64F32-C0B1-4D61-363A-8DC03BB1A82F}"/>
              </a:ext>
            </a:extLst>
          </p:cNvPr>
          <p:cNvSpPr/>
          <p:nvPr/>
        </p:nvSpPr>
        <p:spPr>
          <a:xfrm>
            <a:off x="135925" y="1821427"/>
            <a:ext cx="2190275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Lack visibility into AI and agent activity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2" name="Slide Number Placeholder 1">
            <a:extLst>
              <a:ext uri="{FF2B5EF4-FFF2-40B4-BE49-F238E27FC236}">
                <a16:creationId xmlns:a16="http://schemas.microsoft.com/office/drawing/2014/main" id="{B3A5F80F-6982-4762-BAB8-2E78A7D2C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26160" y="7739696"/>
            <a:ext cx="257355" cy="215947"/>
          </a:xfrm>
        </p:spPr>
        <p:txBody>
          <a:bodyPr/>
          <a:lstStyle/>
          <a:p>
            <a:fld id="{BB55D76A-9B6E-CD41-ABBE-F6C938295BA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3" name="Google Shape;69;p5">
            <a:extLst>
              <a:ext uri="{FF2B5EF4-FFF2-40B4-BE49-F238E27FC236}">
                <a16:creationId xmlns:a16="http://schemas.microsoft.com/office/drawing/2014/main" id="{02377FDD-C805-1BE1-A211-8372E76F9B6D}"/>
              </a:ext>
            </a:extLst>
          </p:cNvPr>
          <p:cNvSpPr/>
          <p:nvPr/>
        </p:nvSpPr>
        <p:spPr>
          <a:xfrm>
            <a:off x="91438" y="2573026"/>
            <a:ext cx="2439022" cy="35709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" name="Google Shape;70;p5">
            <a:extLst>
              <a:ext uri="{FF2B5EF4-FFF2-40B4-BE49-F238E27FC236}">
                <a16:creationId xmlns:a16="http://schemas.microsoft.com/office/drawing/2014/main" id="{6FAC436A-7F94-0A39-312F-AF0AC9649989}"/>
              </a:ext>
            </a:extLst>
          </p:cNvPr>
          <p:cNvSpPr/>
          <p:nvPr/>
        </p:nvSpPr>
        <p:spPr>
          <a:xfrm>
            <a:off x="91438" y="2573027"/>
            <a:ext cx="2439022" cy="501149"/>
          </a:xfrm>
          <a:prstGeom prst="rect">
            <a:avLst/>
          </a:prstGeom>
          <a:solidFill>
            <a:srgbClr val="187E3F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1. AI Operations &amp; Observability</a:t>
            </a:r>
          </a:p>
        </p:txBody>
      </p:sp>
      <p:sp>
        <p:nvSpPr>
          <p:cNvPr id="65" name="Google Shape;74;p5">
            <a:extLst>
              <a:ext uri="{FF2B5EF4-FFF2-40B4-BE49-F238E27FC236}">
                <a16:creationId xmlns:a16="http://schemas.microsoft.com/office/drawing/2014/main" id="{3DFF962F-0753-D88F-FC7E-33CF43F9E201}"/>
              </a:ext>
            </a:extLst>
          </p:cNvPr>
          <p:cNvSpPr/>
          <p:nvPr/>
        </p:nvSpPr>
        <p:spPr>
          <a:xfrm>
            <a:off x="941831" y="3286743"/>
            <a:ext cx="239815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76;p5">
            <a:extLst>
              <a:ext uri="{FF2B5EF4-FFF2-40B4-BE49-F238E27FC236}">
                <a16:creationId xmlns:a16="http://schemas.microsoft.com/office/drawing/2014/main" id="{0DA05DDE-32DE-DB9B-E8E2-8EFACAD70046}"/>
              </a:ext>
            </a:extLst>
          </p:cNvPr>
          <p:cNvSpPr/>
          <p:nvPr/>
        </p:nvSpPr>
        <p:spPr>
          <a:xfrm>
            <a:off x="107296" y="3106430"/>
            <a:ext cx="2419648" cy="111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Monitor and manage enterprise AI operations in real time: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Enterprise AI observability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telemetry and monitoring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operations dashboard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Workflow performance analytics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Experience level agreement reporting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Employee digital experience insights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utilization and adoption analytics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Cross-platform operational visibility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Kyndryl Bridge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Fabric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PowerBI</a:t>
            </a: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lvl="1"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9;p5">
            <a:extLst>
              <a:ext uri="{FF2B5EF4-FFF2-40B4-BE49-F238E27FC236}">
                <a16:creationId xmlns:a16="http://schemas.microsoft.com/office/drawing/2014/main" id="{809A7204-17ED-38AE-BDFB-8D43B1CBB0E2}"/>
              </a:ext>
            </a:extLst>
          </p:cNvPr>
          <p:cNvSpPr/>
          <p:nvPr/>
        </p:nvSpPr>
        <p:spPr>
          <a:xfrm>
            <a:off x="2603446" y="2529353"/>
            <a:ext cx="2439022" cy="361462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68" name="Google Shape;70;p5">
            <a:extLst>
              <a:ext uri="{FF2B5EF4-FFF2-40B4-BE49-F238E27FC236}">
                <a16:creationId xmlns:a16="http://schemas.microsoft.com/office/drawing/2014/main" id="{3B7887A3-5C4C-5324-EBDE-0B7FEDD4842D}"/>
              </a:ext>
            </a:extLst>
          </p:cNvPr>
          <p:cNvSpPr/>
          <p:nvPr/>
        </p:nvSpPr>
        <p:spPr>
          <a:xfrm>
            <a:off x="2603446" y="2559835"/>
            <a:ext cx="2439022" cy="502920"/>
          </a:xfrm>
          <a:prstGeom prst="rect">
            <a:avLst/>
          </a:prstGeom>
          <a:solidFill>
            <a:srgbClr val="187E3F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2. Managed OCM for Copilot + Agents</a:t>
            </a:r>
          </a:p>
        </p:txBody>
      </p:sp>
      <p:sp>
        <p:nvSpPr>
          <p:cNvPr id="69" name="Google Shape;76;p5">
            <a:extLst>
              <a:ext uri="{FF2B5EF4-FFF2-40B4-BE49-F238E27FC236}">
                <a16:creationId xmlns:a16="http://schemas.microsoft.com/office/drawing/2014/main" id="{55B1C76F-4E2C-50F8-4E31-C14F9573E65A}"/>
              </a:ext>
            </a:extLst>
          </p:cNvPr>
          <p:cNvSpPr/>
          <p:nvPr/>
        </p:nvSpPr>
        <p:spPr>
          <a:xfrm>
            <a:off x="2619304" y="3093237"/>
            <a:ext cx="2419649" cy="1116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Continuously evolve workforce adoption and AI operating behaviors: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IQ activation strategy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IQ enterprise grounding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Graph Connector integration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Context-Aware AI experiences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Secure data access alignment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Intelligent Search &amp; retrieval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IQ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Fabric IQ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Graph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Dataverse</a:t>
            </a:r>
          </a:p>
        </p:txBody>
      </p:sp>
      <p:sp>
        <p:nvSpPr>
          <p:cNvPr id="70" name="Google Shape;69;p5">
            <a:extLst>
              <a:ext uri="{FF2B5EF4-FFF2-40B4-BE49-F238E27FC236}">
                <a16:creationId xmlns:a16="http://schemas.microsoft.com/office/drawing/2014/main" id="{1D23A114-A31E-ABAF-D00D-40B404F13C56}"/>
              </a:ext>
            </a:extLst>
          </p:cNvPr>
          <p:cNvSpPr/>
          <p:nvPr/>
        </p:nvSpPr>
        <p:spPr>
          <a:xfrm>
            <a:off x="5112105" y="2573025"/>
            <a:ext cx="2439022" cy="35709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0;p5">
            <a:extLst>
              <a:ext uri="{FF2B5EF4-FFF2-40B4-BE49-F238E27FC236}">
                <a16:creationId xmlns:a16="http://schemas.microsoft.com/office/drawing/2014/main" id="{4BB1E450-ECF3-E440-5D9F-30695CD51902}"/>
              </a:ext>
            </a:extLst>
          </p:cNvPr>
          <p:cNvSpPr/>
          <p:nvPr/>
        </p:nvSpPr>
        <p:spPr>
          <a:xfrm>
            <a:off x="5112105" y="2573027"/>
            <a:ext cx="2439022" cy="498871"/>
          </a:xfrm>
          <a:prstGeom prst="rect">
            <a:avLst/>
          </a:prstGeom>
          <a:solidFill>
            <a:srgbClr val="187E3F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3. Policy-as-Code Services</a:t>
            </a:r>
          </a:p>
        </p:txBody>
      </p:sp>
      <p:sp>
        <p:nvSpPr>
          <p:cNvPr id="72" name="Google Shape;76;p5">
            <a:extLst>
              <a:ext uri="{FF2B5EF4-FFF2-40B4-BE49-F238E27FC236}">
                <a16:creationId xmlns:a16="http://schemas.microsoft.com/office/drawing/2014/main" id="{63B0282D-2610-79F2-A97B-8072A159B5E5}"/>
              </a:ext>
            </a:extLst>
          </p:cNvPr>
          <p:cNvSpPr/>
          <p:nvPr/>
        </p:nvSpPr>
        <p:spPr>
          <a:xfrm>
            <a:off x="5131012" y="3106430"/>
            <a:ext cx="2419649" cy="63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Govern AI at machine speed: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Machine readable governance policies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Automated policy enforcement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Human-in-the-loop approvals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access and execution controls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Compliance orchestration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auditability &amp; traceability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Kyndryl’s policy-as-code framework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Purview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Entra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Sentinel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69;p5">
            <a:extLst>
              <a:ext uri="{FF2B5EF4-FFF2-40B4-BE49-F238E27FC236}">
                <a16:creationId xmlns:a16="http://schemas.microsoft.com/office/drawing/2014/main" id="{A0D00ED6-F9FD-807A-A31A-469596728E30}"/>
              </a:ext>
            </a:extLst>
          </p:cNvPr>
          <p:cNvSpPr/>
          <p:nvPr/>
        </p:nvSpPr>
        <p:spPr>
          <a:xfrm>
            <a:off x="7605991" y="2573027"/>
            <a:ext cx="2245762" cy="35709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0;p5">
            <a:extLst>
              <a:ext uri="{FF2B5EF4-FFF2-40B4-BE49-F238E27FC236}">
                <a16:creationId xmlns:a16="http://schemas.microsoft.com/office/drawing/2014/main" id="{FCB6CC56-BA8D-3C6F-CD48-57D80E11B578}"/>
              </a:ext>
            </a:extLst>
          </p:cNvPr>
          <p:cNvSpPr/>
          <p:nvPr/>
        </p:nvSpPr>
        <p:spPr>
          <a:xfrm>
            <a:off x="7605991" y="2573027"/>
            <a:ext cx="2245762" cy="502920"/>
          </a:xfrm>
          <a:prstGeom prst="rect">
            <a:avLst/>
          </a:prstGeom>
          <a:solidFill>
            <a:srgbClr val="187E3F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4. Managed Digital Trust Services</a:t>
            </a:r>
          </a:p>
        </p:txBody>
      </p:sp>
      <p:sp>
        <p:nvSpPr>
          <p:cNvPr id="75" name="Google Shape;76;p5">
            <a:extLst>
              <a:ext uri="{FF2B5EF4-FFF2-40B4-BE49-F238E27FC236}">
                <a16:creationId xmlns:a16="http://schemas.microsoft.com/office/drawing/2014/main" id="{33FDC62B-8E48-C1CA-6C53-33F1D5071FCC}"/>
              </a:ext>
            </a:extLst>
          </p:cNvPr>
          <p:cNvSpPr/>
          <p:nvPr/>
        </p:nvSpPr>
        <p:spPr>
          <a:xfrm>
            <a:off x="7605991" y="3106429"/>
            <a:ext cx="2245762" cy="1116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Continuously secure and govern enterprise AI environments: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security operations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Resonsible</a:t>
            </a: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 AI monitoring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Compliance management services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Identity &amp; permissions governance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risk posture management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Trusted digital workforce oversight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Security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Purview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Entra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Sentinel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Kyndryl’s Digital Trust Operations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69;p5">
            <a:extLst>
              <a:ext uri="{FF2B5EF4-FFF2-40B4-BE49-F238E27FC236}">
                <a16:creationId xmlns:a16="http://schemas.microsoft.com/office/drawing/2014/main" id="{07784ACD-2906-9BA7-5893-11944EDBF353}"/>
              </a:ext>
            </a:extLst>
          </p:cNvPr>
          <p:cNvSpPr/>
          <p:nvPr/>
        </p:nvSpPr>
        <p:spPr>
          <a:xfrm>
            <a:off x="9906617" y="2573027"/>
            <a:ext cx="2245762" cy="357094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0;p5">
            <a:extLst>
              <a:ext uri="{FF2B5EF4-FFF2-40B4-BE49-F238E27FC236}">
                <a16:creationId xmlns:a16="http://schemas.microsoft.com/office/drawing/2014/main" id="{82D5B18C-0E47-A5C2-E3BF-3C27D36A6254}"/>
              </a:ext>
            </a:extLst>
          </p:cNvPr>
          <p:cNvSpPr/>
          <p:nvPr/>
        </p:nvSpPr>
        <p:spPr>
          <a:xfrm>
            <a:off x="9906617" y="2573026"/>
            <a:ext cx="2245762" cy="512065"/>
          </a:xfrm>
          <a:prstGeom prst="rect">
            <a:avLst/>
          </a:prstGeom>
          <a:solidFill>
            <a:srgbClr val="187E3F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5. AI Value Realization  &amp; Consumption </a:t>
            </a:r>
          </a:p>
        </p:txBody>
      </p:sp>
      <p:sp>
        <p:nvSpPr>
          <p:cNvPr id="78" name="Google Shape;76;p5">
            <a:extLst>
              <a:ext uri="{FF2B5EF4-FFF2-40B4-BE49-F238E27FC236}">
                <a16:creationId xmlns:a16="http://schemas.microsoft.com/office/drawing/2014/main" id="{35CC1003-5246-7B72-7FF7-3300D02E8120}"/>
              </a:ext>
            </a:extLst>
          </p:cNvPr>
          <p:cNvSpPr/>
          <p:nvPr/>
        </p:nvSpPr>
        <p:spPr>
          <a:xfrm>
            <a:off x="9924454" y="3106430"/>
            <a:ext cx="2227924" cy="63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Continuously optimize AI performance and enterprise value over time: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KPI and ROI tracking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Consumption optimization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ME7 and Agent 365 utilization governance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Quarterly business value reviews &amp; use case development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Workflow optimization recommendations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maturity benchmarking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Copilot Analytics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Kyndryl Bridge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PowerBI</a:t>
            </a: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Fabric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6;p5">
            <a:extLst>
              <a:ext uri="{FF2B5EF4-FFF2-40B4-BE49-F238E27FC236}">
                <a16:creationId xmlns:a16="http://schemas.microsoft.com/office/drawing/2014/main" id="{5DED2152-6E89-CF56-4452-E29FC4C9DF90}"/>
              </a:ext>
            </a:extLst>
          </p:cNvPr>
          <p:cNvSpPr/>
          <p:nvPr/>
        </p:nvSpPr>
        <p:spPr>
          <a:xfrm>
            <a:off x="2456686" y="1826526"/>
            <a:ext cx="2090310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Cannot operationalize governance at scale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76;p5">
            <a:extLst>
              <a:ext uri="{FF2B5EF4-FFF2-40B4-BE49-F238E27FC236}">
                <a16:creationId xmlns:a16="http://schemas.microsoft.com/office/drawing/2014/main" id="{D1ABD741-E509-D2BE-B185-0D3FE6B354C5}"/>
              </a:ext>
            </a:extLst>
          </p:cNvPr>
          <p:cNvSpPr/>
          <p:nvPr/>
        </p:nvSpPr>
        <p:spPr>
          <a:xfrm>
            <a:off x="4740256" y="1821427"/>
            <a:ext cx="2090311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Struggle to measure ongoing AI value realization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76;p5">
            <a:extLst>
              <a:ext uri="{FF2B5EF4-FFF2-40B4-BE49-F238E27FC236}">
                <a16:creationId xmlns:a16="http://schemas.microsoft.com/office/drawing/2014/main" id="{1565FCF6-5DDB-BECE-C1BF-304DF9C72A4C}"/>
              </a:ext>
            </a:extLst>
          </p:cNvPr>
          <p:cNvSpPr/>
          <p:nvPr/>
        </p:nvSpPr>
        <p:spPr>
          <a:xfrm>
            <a:off x="7151822" y="1821427"/>
            <a:ext cx="2380488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Have no operating model for digital workers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76;p5">
            <a:extLst>
              <a:ext uri="{FF2B5EF4-FFF2-40B4-BE49-F238E27FC236}">
                <a16:creationId xmlns:a16="http://schemas.microsoft.com/office/drawing/2014/main" id="{4CE3FBC9-94E0-FB6C-B31B-848E116ADF52}"/>
              </a:ext>
            </a:extLst>
          </p:cNvPr>
          <p:cNvSpPr/>
          <p:nvPr/>
        </p:nvSpPr>
        <p:spPr>
          <a:xfrm>
            <a:off x="9601200" y="1821427"/>
            <a:ext cx="2546313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Face growing security, compliance and trust concerns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72;p5">
            <a:extLst>
              <a:ext uri="{FF2B5EF4-FFF2-40B4-BE49-F238E27FC236}">
                <a16:creationId xmlns:a16="http://schemas.microsoft.com/office/drawing/2014/main" id="{025E8537-4DE6-A855-B2BB-F07DC8C842A1}"/>
              </a:ext>
            </a:extLst>
          </p:cNvPr>
          <p:cNvSpPr/>
          <p:nvPr/>
        </p:nvSpPr>
        <p:spPr>
          <a:xfrm>
            <a:off x="11690312" y="164899"/>
            <a:ext cx="914400" cy="378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8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187E3F"/>
                </a:solidFill>
                <a:ea typeface="Calibri"/>
                <a:cs typeface="Calibri"/>
                <a:sym typeface="Calibri"/>
              </a:rPr>
              <a:t>03</a:t>
            </a:r>
            <a:endParaRPr sz="2000" b="0" i="0" u="none" strike="noStrike" cap="none" dirty="0">
              <a:solidFill>
                <a:srgbClr val="187E3F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82591FCA-1B73-ED6C-B62E-666FCA487DA7}"/>
              </a:ext>
            </a:extLst>
          </p:cNvPr>
          <p:cNvSpPr txBox="1">
            <a:spLocks/>
          </p:cNvSpPr>
          <p:nvPr/>
        </p:nvSpPr>
        <p:spPr>
          <a:xfrm>
            <a:off x="1111633" y="6337480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400" b="0" i="0" kern="1200" dirty="0" smtClean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  <a:lvl2pPr marL="514350" indent="-2254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None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 marL="1030288" indent="-2889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System Font Regular"/>
              <a:buChar char="–"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4pPr>
            <a:lvl5pPr marL="1257300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4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Where AI governance, operations and workforce experience converge.</a:t>
            </a:r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0F8EB59B-09DE-E372-0EA0-2B0454F1C40A}"/>
              </a:ext>
            </a:extLst>
          </p:cNvPr>
          <p:cNvSpPr txBox="1">
            <a:spLocks/>
          </p:cNvSpPr>
          <p:nvPr/>
        </p:nvSpPr>
        <p:spPr>
          <a:xfrm>
            <a:off x="10297697" y="254957"/>
            <a:ext cx="1392615" cy="2810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rgbClr val="FF462D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</a:lstStyle>
          <a:p>
            <a:r>
              <a:rPr lang="en-US" sz="1400" dirty="0">
                <a:solidFill>
                  <a:srgbClr val="187E3F"/>
                </a:solidFill>
              </a:rPr>
              <a:t>Adopt &amp; Evolve</a:t>
            </a:r>
          </a:p>
        </p:txBody>
      </p:sp>
    </p:spTree>
    <p:extLst>
      <p:ext uri="{BB962C8B-B14F-4D97-AF65-F5344CB8AC3E}">
        <p14:creationId xmlns:p14="http://schemas.microsoft.com/office/powerpoint/2010/main" val="1544571681"/>
      </p:ext>
    </p:extLst>
  </p:cSld>
  <p:clrMapOvr>
    <a:masterClrMapping/>
  </p:clrMapOvr>
</p:sld>
</file>

<file path=ppt/theme/theme1.xml><?xml version="1.0" encoding="utf-8"?>
<a:theme xmlns:a="http://schemas.openxmlformats.org/drawingml/2006/main" name="Kyndryl Template">
  <a:themeElements>
    <a:clrScheme name="Kyndryl 20220421">
      <a:dk1>
        <a:srgbClr val="002313"/>
      </a:dk1>
      <a:lt1>
        <a:srgbClr val="FFFFFF"/>
      </a:lt1>
      <a:dk2>
        <a:srgbClr val="3D3B3B"/>
      </a:dk2>
      <a:lt2>
        <a:srgbClr val="F2F0ED"/>
      </a:lt2>
      <a:accent1>
        <a:srgbClr val="FF462D"/>
      </a:accent1>
      <a:accent2>
        <a:srgbClr val="E4F4F1"/>
      </a:accent2>
      <a:accent3>
        <a:srgbClr val="4CDD84"/>
      </a:accent3>
      <a:accent4>
        <a:srgbClr val="287079"/>
      </a:accent4>
      <a:accent5>
        <a:srgbClr val="9E9287"/>
      </a:accent5>
      <a:accent6>
        <a:srgbClr val="187E3E"/>
      </a:accent6>
      <a:hlink>
        <a:srgbClr val="FF462D"/>
      </a:hlink>
      <a:folHlink>
        <a:srgbClr val="4CDD84"/>
      </a:folHlink>
    </a:clrScheme>
    <a:fontScheme name="K">
      <a:majorFont>
        <a:latin typeface="TWK Everett"/>
        <a:ea typeface=""/>
        <a:cs typeface=""/>
      </a:majorFont>
      <a:minorFont>
        <a:latin typeface="TWK Evere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sz="1400" dirty="0">
            <a:solidFill>
              <a:schemeClr val="bg1"/>
            </a:solidFill>
            <a:latin typeface="Arial" panose="020B0604020202020204" pitchFamily="34" charset="0"/>
          </a:defRPr>
        </a:defPPr>
      </a:lstStyle>
    </a:txDef>
  </a:objectDefaults>
  <a:extraClrSchemeLst/>
  <a:custClrLst>
    <a:custClr name="White">
      <a:srgbClr val="FFFFFF"/>
    </a:custClr>
    <a:custClr name="Cloud">
      <a:srgbClr val="F2F1EE"/>
    </a:custClr>
    <a:custClr name="Spruce">
      <a:srgbClr val="29707A"/>
    </a:custClr>
    <a:custClr name="Deep Forest">
      <a:srgbClr val="042315"/>
    </a:custClr>
    <a:custClr name="Warm Red">
      <a:srgbClr val="FF462D"/>
    </a:custClr>
    <a:custClr name="Skye">
      <a:srgbClr val="E4F4F1"/>
    </a:custClr>
    <a:custClr name="Spring Green">
      <a:srgbClr val="4CDD84"/>
    </a:custClr>
    <a:custClr name="Earth">
      <a:srgbClr val="9E9287"/>
    </a:custClr>
    <a:custClr name="Dark Stone">
      <a:srgbClr val="3D3C3C"/>
    </a:custClr>
    <a:custClr name="Digital Dark Spring Green">
      <a:srgbClr val="187E3F"/>
    </a:custClr>
    <a:custClr name="Digital Dark Earth">
      <a:srgbClr val="565049"/>
    </a:custClr>
  </a:custClrLst>
  <a:extLst>
    <a:ext uri="{05A4C25C-085E-4340-85A3-A5531E510DB2}">
      <thm15:themeFamily xmlns:thm15="http://schemas.microsoft.com/office/thememl/2012/main" name="Kyndryl_Powerpoint_Template_TWKEverett-R-2023" id="{585D425D-8862-AB45-8514-B6DE27BACC29}" vid="{3AF5C10A-ECFE-AF42-B835-B1F41ED9A4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SharedWithUsers xmlns="03cd53a2-21bc-495d-8d05-24f6fb760001">
      <UserInfo>
        <DisplayName>Mariana Hernandez - (Central OPS)</DisplayName>
        <AccountId>7</AccountId>
        <AccountType/>
      </UserInfo>
      <UserInfo>
        <DisplayName>Daniel Widner</DisplayName>
        <AccountId>47</AccountId>
        <AccountType/>
      </UserInfo>
      <UserInfo>
        <DisplayName>Perla Daly</DisplayName>
        <AccountId>12</AccountId>
        <AccountType/>
      </UserInfo>
    </SharedWithUsers>
    <TaxCatchAll xmlns="03cd53a2-21bc-495d-8d05-24f6fb760001"/>
    <lcf76f155ced4ddcb4097134ff3c332f xmlns="4249855f-0756-4a90-83d6-fb051f95c5c7">
      <Terms xmlns="http://schemas.microsoft.com/office/infopath/2007/PartnerControls"/>
    </lcf76f155ced4ddcb4097134ff3c332f>
    <MediaLengthInSeconds xmlns="4249855f-0756-4a90-83d6-fb051f95c5c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147F6243C25546AE610FD3FAA65F90" ma:contentTypeVersion="17" ma:contentTypeDescription="Create a new document." ma:contentTypeScope="" ma:versionID="d39f34954fd35de1a7b751c42b7dea0c">
  <xsd:schema xmlns:xsd="http://www.w3.org/2001/XMLSchema" xmlns:xs="http://www.w3.org/2001/XMLSchema" xmlns:p="http://schemas.microsoft.com/office/2006/metadata/properties" xmlns:ns1="http://schemas.microsoft.com/sharepoint/v3" xmlns:ns2="4249855f-0756-4a90-83d6-fb051f95c5c7" xmlns:ns3="03cd53a2-21bc-495d-8d05-24f6fb760001" targetNamespace="http://schemas.microsoft.com/office/2006/metadata/properties" ma:root="true" ma:fieldsID="fa501550883494e0297a8d2b19207e3f" ns1:_="" ns2:_="" ns3:_="">
    <xsd:import namespace="http://schemas.microsoft.com/sharepoint/v3"/>
    <xsd:import namespace="4249855f-0756-4a90-83d6-fb051f95c5c7"/>
    <xsd:import namespace="03cd53a2-21bc-495d-8d05-24f6fb7600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49855f-0756-4a90-83d6-fb051f95c5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54101172-0cdf-4a4d-852d-90099e45c5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cd53a2-21bc-495d-8d05-24f6fb76000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09d18b57-136e-4b78-b87e-9c6676982d71}" ma:internalName="TaxCatchAll" ma:showField="CatchAllData" ma:web="03cd53a2-21bc-495d-8d05-24f6fb7600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C8E937-4CF1-428D-AE9A-6FF7182CED01}">
  <ds:schemaRefs>
    <ds:schemaRef ds:uri="http://purl.org/dc/elements/1.1/"/>
    <ds:schemaRef ds:uri="http://schemas.microsoft.com/office/2006/metadata/properties"/>
    <ds:schemaRef ds:uri="03cd53a2-21bc-495d-8d05-24f6fb760001"/>
    <ds:schemaRef ds:uri="4249855f-0756-4a90-83d6-fb051f95c5c7"/>
    <ds:schemaRef ds:uri="http://purl.org/dc/terms/"/>
    <ds:schemaRef ds:uri="http://schemas.microsoft.com/sharepoint/v3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0CC1F94-FE8D-4A64-886D-52B4865D69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249855f-0756-4a90-83d6-fb051f95c5c7"/>
    <ds:schemaRef ds:uri="03cd53a2-21bc-495d-8d05-24f6fb7600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D1F5DE1-AF70-41E9-A02F-B159F3CD5C6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260df36-bc43-424c-8f44-c85226657b01}" enabled="0" method="" siteId="{f260df36-bc43-424c-8f44-c85226657b0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Kyndryl_Powerpoint_Template_Everett_1.4.1-R-2023</Template>
  <TotalTime>8821</TotalTime>
  <Words>3127</Words>
  <Application>Microsoft Macintosh PowerPoint</Application>
  <PresentationFormat>Widescreen</PresentationFormat>
  <Paragraphs>514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Courier New</vt:lpstr>
      <vt:lpstr>System Font Regular</vt:lpstr>
      <vt:lpstr>TWK Everett</vt:lpstr>
      <vt:lpstr>Kyndryl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Blueprint</vt:lpstr>
      <vt:lpstr>Build</vt:lpstr>
      <vt:lpstr>Operate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Gina Montgomery</dc:creator>
  <cp:keywords/>
  <dc:description/>
  <cp:lastModifiedBy>Scott Yokiel</cp:lastModifiedBy>
  <cp:revision>10</cp:revision>
  <dcterms:created xsi:type="dcterms:W3CDTF">2026-05-14T13:03:37Z</dcterms:created>
  <dcterms:modified xsi:type="dcterms:W3CDTF">2026-06-02T18:16:55Z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0x0101002A147F6243C25546AE610FD3FAA65F90</vt:lpwstr>
  </property>
  <property fmtid="{D5CDD505-2E9C-101B-9397-08002B2CF9AE}" pid="3" name="Order">
    <vt:lpwstr>177800.000000000</vt:lpwstr>
  </property>
  <property fmtid="{D5CDD505-2E9C-101B-9397-08002B2CF9AE}" pid="4" name="xd_ProgID">
    <vt:lpwstr/>
  </property>
  <property fmtid="{D5CDD505-2E9C-101B-9397-08002B2CF9AE}" pid="5" name="MediaServiceImageTags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